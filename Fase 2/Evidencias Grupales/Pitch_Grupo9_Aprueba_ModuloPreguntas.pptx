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Roboto Condensed"/>
      <p:bold r:id="rId19"/>
      <p:boldItalic r:id="rId20"/>
    </p:embeddedFon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4lrf4jj2rIN04tZw/lNGLVHg7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RobotoCondensed-bold.fntdata"/><Relationship Id="rId20" Type="http://schemas.openxmlformats.org/officeDocument/2006/relationships/font" Target="fonts/RobotoCondensed-boldItalic.fntdata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2" name="Google Shape;102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1" name="Google Shape;21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2" name="Google Shape;21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0" name="Google Shape;270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1" name="Google Shape;271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4" name="Google Shape;274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0" name="Google Shape;300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1" name="Google Shape;301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4" name="Google Shape;304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0" name="Google Shape;33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1" name="Google Shape;331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4" name="Google Shape;37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5" name="Google Shape;37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8" name="Google Shape;37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0" name="Google Shape;410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1" name="Google Shape;411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4" name="Google Shape;414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8" name="Google Shape;448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9" name="Google Shape;449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2" name="Google Shape;452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2" name="Google Shape;492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3" name="Google Shape;493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6" name="Google Shape;496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1" name="Google Shape;561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62" name="Google Shape;562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5" name="Google Shape;565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Relationship Id="rId7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7092801" y="9639957"/>
            <a:ext cx="3447003" cy="647033"/>
          </a:xfrm>
          <a:custGeom>
            <a:rect b="b" l="l" r="r" t="t"/>
            <a:pathLst>
              <a:path extrusionOk="0" h="862711" w="4596003">
                <a:moveTo>
                  <a:pt x="0" y="0"/>
                </a:moveTo>
                <a:lnTo>
                  <a:pt x="4596003" y="0"/>
                </a:lnTo>
                <a:lnTo>
                  <a:pt x="4596003" y="862711"/>
                </a:lnTo>
                <a:lnTo>
                  <a:pt x="0" y="86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028700" y="1028700"/>
            <a:ext cx="3478244" cy="776764"/>
          </a:xfrm>
          <a:custGeom>
            <a:rect b="b" l="l" r="r" t="t"/>
            <a:pathLst>
              <a:path extrusionOk="0" h="1035685" w="4637659">
                <a:moveTo>
                  <a:pt x="0" y="0"/>
                </a:moveTo>
                <a:lnTo>
                  <a:pt x="4637659" y="0"/>
                </a:lnTo>
                <a:lnTo>
                  <a:pt x="4637659" y="1035685"/>
                </a:lnTo>
                <a:lnTo>
                  <a:pt x="0" y="1035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" l="0" r="0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1327741" y="5942852"/>
            <a:ext cx="7488557" cy="269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1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Eliana Mallen González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1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Equipo y Alumnos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Martín Espinoza Morales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Jeremías Fernández Millacura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Sebastián Acevedo Araya</a:t>
            </a:r>
            <a:endParaRPr/>
          </a:p>
          <a:p>
            <a:pPr indent="-243627" lvl="1" marL="487253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Char char="•"/>
            </a:pPr>
            <a:r>
              <a:rPr b="1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r>
              <a:rPr b="0" i="0" lang="en-US" sz="2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Alloxentric</a:t>
            </a:r>
            <a:endParaRPr/>
          </a:p>
        </p:txBody>
      </p:sp>
      <p:sp>
        <p:nvSpPr>
          <p:cNvPr descr="SummIT Ciberseguridad 2022 – Duoc UC" id="95" name="Google Shape;95;p1"/>
          <p:cNvSpPr/>
          <p:nvPr/>
        </p:nvSpPr>
        <p:spPr>
          <a:xfrm>
            <a:off x="6641569" y="506894"/>
            <a:ext cx="4648200" cy="1495425"/>
          </a:xfrm>
          <a:custGeom>
            <a:rect b="b" l="l" r="r" t="t"/>
            <a:pathLst>
              <a:path extrusionOk="0" h="1993900" w="6197600">
                <a:moveTo>
                  <a:pt x="0" y="0"/>
                </a:moveTo>
                <a:lnTo>
                  <a:pt x="6197600" y="0"/>
                </a:lnTo>
                <a:lnTo>
                  <a:pt x="6197600" y="1993900"/>
                </a:lnTo>
                <a:lnTo>
                  <a:pt x="0" y="1993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0" y="0"/>
            <a:ext cx="18288000" cy="228600"/>
          </a:xfrm>
          <a:custGeom>
            <a:rect b="b" l="l" r="r" t="t"/>
            <a:pathLst>
              <a:path extrusionOk="0" h="228600" w="18288000">
                <a:moveTo>
                  <a:pt x="0" y="0"/>
                </a:moveTo>
                <a:lnTo>
                  <a:pt x="18288000" y="0"/>
                </a:lnTo>
                <a:lnTo>
                  <a:pt x="18288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 txBox="1"/>
          <p:nvPr/>
        </p:nvSpPr>
        <p:spPr>
          <a:xfrm>
            <a:off x="3198382" y="2547585"/>
            <a:ext cx="11235832" cy="2941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Pitch · Avance de la Fase 2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9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“App móvil Aprueba - Módulo de Preguntas”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19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1394578" y="6344923"/>
            <a:ext cx="6174581" cy="187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Informática y Telecomunicaciones</a:t>
            </a:r>
            <a:endParaRPr/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Carrera</a:t>
            </a:r>
            <a:r>
              <a:rPr b="0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Ingeniería en Informática</a:t>
            </a:r>
            <a:endParaRPr/>
          </a:p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Año</a:t>
            </a:r>
            <a:r>
              <a:rPr b="0" i="0" lang="en-US" sz="22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2026</a:t>
            </a:r>
            <a:endParaRPr/>
          </a:p>
          <a:p>
            <a:pPr indent="0" lvl="0" marL="0" marR="0" rtl="0" algn="l">
              <a:lnSpc>
                <a:spcPct val="1274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112" name="Google Shape;112;p2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Introducción</a:t>
              </a:r>
              <a:endParaRPr/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1083564" y="1906524"/>
            <a:ext cx="3422809" cy="7228332"/>
          </a:xfrm>
          <a:custGeom>
            <a:rect b="b" l="l" r="r" t="t"/>
            <a:pathLst>
              <a:path extrusionOk="0" h="9637776" w="4563745">
                <a:moveTo>
                  <a:pt x="0" y="273812"/>
                </a:moveTo>
                <a:cubicBezTo>
                  <a:pt x="0" y="122555"/>
                  <a:pt x="122555" y="0"/>
                  <a:pt x="273812" y="0"/>
                </a:cubicBezTo>
                <a:lnTo>
                  <a:pt x="4289933" y="0"/>
                </a:lnTo>
                <a:cubicBezTo>
                  <a:pt x="4441190" y="0"/>
                  <a:pt x="4563745" y="122555"/>
                  <a:pt x="4563745" y="273812"/>
                </a:cubicBezTo>
                <a:lnTo>
                  <a:pt x="4563745" y="9363964"/>
                </a:lnTo>
                <a:cubicBezTo>
                  <a:pt x="4563745" y="9515221"/>
                  <a:pt x="4441190" y="9637776"/>
                  <a:pt x="4289933" y="9637776"/>
                </a:cubicBezTo>
                <a:lnTo>
                  <a:pt x="273812" y="9637776"/>
                </a:lnTo>
                <a:cubicBezTo>
                  <a:pt x="122555" y="9637776"/>
                  <a:pt x="0" y="9515221"/>
                  <a:pt x="0" y="9363964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gunta.png" id="116" name="Google Shape;116;p2"/>
          <p:cNvSpPr/>
          <p:nvPr/>
        </p:nvSpPr>
        <p:spPr>
          <a:xfrm>
            <a:off x="1165860" y="1988820"/>
            <a:ext cx="3258312" cy="7063740"/>
          </a:xfrm>
          <a:custGeom>
            <a:rect b="b" l="l" r="r" t="t"/>
            <a:pathLst>
              <a:path extrusionOk="0" h="9418320" w="4344416">
                <a:moveTo>
                  <a:pt x="0" y="0"/>
                </a:moveTo>
                <a:lnTo>
                  <a:pt x="4344416" y="0"/>
                </a:lnTo>
                <a:lnTo>
                  <a:pt x="4344416" y="9418320"/>
                </a:lnTo>
                <a:lnTo>
                  <a:pt x="0" y="941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117" name="Google Shape;117;p2"/>
          <p:cNvSpPr txBox="1"/>
          <p:nvPr/>
        </p:nvSpPr>
        <p:spPr>
          <a:xfrm>
            <a:off x="5143500" y="2047875"/>
            <a:ext cx="1220724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143500" y="2646045"/>
            <a:ext cx="1220724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El proyecto desarrolla el módulo de preguntas de la aplicación Aprueba, plataforma de práctica PAES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043240" y="5143500"/>
            <a:ext cx="3840480" cy="3086100"/>
          </a:xfrm>
          <a:custGeom>
            <a:rect b="b" l="l" r="r" t="t"/>
            <a:pathLst>
              <a:path extrusionOk="0" h="4114800" w="5120640">
                <a:moveTo>
                  <a:pt x="0" y="329184"/>
                </a:moveTo>
                <a:cubicBezTo>
                  <a:pt x="0" y="147320"/>
                  <a:pt x="147320" y="0"/>
                  <a:pt x="329184" y="0"/>
                </a:cubicBezTo>
                <a:lnTo>
                  <a:pt x="4791456" y="0"/>
                </a:lnTo>
                <a:cubicBezTo>
                  <a:pt x="4973320" y="0"/>
                  <a:pt x="5120640" y="147320"/>
                  <a:pt x="5120640" y="329184"/>
                </a:cubicBezTo>
                <a:lnTo>
                  <a:pt x="5120640" y="3785616"/>
                </a:lnTo>
                <a:cubicBezTo>
                  <a:pt x="5120640" y="3967480"/>
                  <a:pt x="4973320" y="4114800"/>
                  <a:pt x="4791456" y="4114800"/>
                </a:cubicBezTo>
                <a:lnTo>
                  <a:pt x="329184" y="4114800"/>
                </a:lnTo>
                <a:cubicBezTo>
                  <a:pt x="147320" y="4114800"/>
                  <a:pt x="0" y="3967480"/>
                  <a:pt x="0" y="378561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5386140" y="5252085"/>
            <a:ext cx="329184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5386140" y="65646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pantallas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386140" y="7250430"/>
            <a:ext cx="32918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3 ya aceptadas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9158040" y="5143500"/>
            <a:ext cx="3840480" cy="3086100"/>
          </a:xfrm>
          <a:custGeom>
            <a:rect b="b" l="l" r="r" t="t"/>
            <a:pathLst>
              <a:path extrusionOk="0" h="4114800" w="5120640">
                <a:moveTo>
                  <a:pt x="0" y="329184"/>
                </a:moveTo>
                <a:cubicBezTo>
                  <a:pt x="0" y="147320"/>
                  <a:pt x="147320" y="0"/>
                  <a:pt x="329184" y="0"/>
                </a:cubicBezTo>
                <a:lnTo>
                  <a:pt x="4791456" y="0"/>
                </a:lnTo>
                <a:cubicBezTo>
                  <a:pt x="4973320" y="0"/>
                  <a:pt x="5120640" y="147320"/>
                  <a:pt x="5120640" y="329184"/>
                </a:cubicBezTo>
                <a:lnTo>
                  <a:pt x="5120640" y="3785616"/>
                </a:lnTo>
                <a:cubicBezTo>
                  <a:pt x="5120640" y="3967480"/>
                  <a:pt x="4973320" y="4114800"/>
                  <a:pt x="4791456" y="4114800"/>
                </a:cubicBezTo>
                <a:lnTo>
                  <a:pt x="329184" y="4114800"/>
                </a:lnTo>
                <a:cubicBezTo>
                  <a:pt x="147320" y="4114800"/>
                  <a:pt x="0" y="3967480"/>
                  <a:pt x="0" y="378561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500940" y="5252085"/>
            <a:ext cx="329184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9500940" y="65646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9500940" y="72504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8 en producción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13272840" y="5143500"/>
            <a:ext cx="3840480" cy="3086100"/>
          </a:xfrm>
          <a:custGeom>
            <a:rect b="b" l="l" r="r" t="t"/>
            <a:pathLst>
              <a:path extrusionOk="0" h="4114800" w="5120640">
                <a:moveTo>
                  <a:pt x="0" y="329184"/>
                </a:moveTo>
                <a:cubicBezTo>
                  <a:pt x="0" y="147320"/>
                  <a:pt x="147320" y="0"/>
                  <a:pt x="329184" y="0"/>
                </a:cubicBezTo>
                <a:lnTo>
                  <a:pt x="4791456" y="0"/>
                </a:lnTo>
                <a:cubicBezTo>
                  <a:pt x="4973320" y="0"/>
                  <a:pt x="5120640" y="147320"/>
                  <a:pt x="5120640" y="329184"/>
                </a:cubicBezTo>
                <a:lnTo>
                  <a:pt x="5120640" y="3785616"/>
                </a:lnTo>
                <a:cubicBezTo>
                  <a:pt x="5120640" y="3967480"/>
                  <a:pt x="4973320" y="4114800"/>
                  <a:pt x="4791456" y="4114800"/>
                </a:cubicBezTo>
                <a:lnTo>
                  <a:pt x="329184" y="4114800"/>
                </a:lnTo>
                <a:cubicBezTo>
                  <a:pt x="147320" y="4114800"/>
                  <a:pt x="0" y="3967480"/>
                  <a:pt x="0" y="378561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3615740" y="5252085"/>
            <a:ext cx="329184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3615740" y="65646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iteraciones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3615740" y="7250430"/>
            <a:ext cx="32918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5 cerradas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40" name="Google Shape;140;p3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42" name="Google Shape;142;p3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3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144" name="Google Shape;144;p3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145" name="Google Shape;145;p3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46" name="Google Shape;146;p3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Contexto</a:t>
              </a:r>
              <a:endParaRPr/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1097280" y="2125980"/>
            <a:ext cx="7132320" cy="6515101"/>
          </a:xfrm>
          <a:custGeom>
            <a:rect b="b" l="l" r="r" t="t"/>
            <a:pathLst>
              <a:path extrusionOk="0" h="8686801" w="9509760">
                <a:moveTo>
                  <a:pt x="0" y="694944"/>
                </a:moveTo>
                <a:cubicBezTo>
                  <a:pt x="0" y="311150"/>
                  <a:pt x="311150" y="0"/>
                  <a:pt x="694944" y="0"/>
                </a:cubicBezTo>
                <a:lnTo>
                  <a:pt x="8814816" y="0"/>
                </a:lnTo>
                <a:cubicBezTo>
                  <a:pt x="9198610" y="0"/>
                  <a:pt x="9509760" y="311150"/>
                  <a:pt x="9509760" y="694944"/>
                </a:cubicBezTo>
                <a:lnTo>
                  <a:pt x="9509760" y="7991856"/>
                </a:lnTo>
                <a:cubicBezTo>
                  <a:pt x="9509760" y="8375650"/>
                  <a:pt x="9198610" y="8686801"/>
                  <a:pt x="8814816" y="8686801"/>
                </a:cubicBezTo>
                <a:lnTo>
                  <a:pt x="694944" y="8686801"/>
                </a:lnTo>
                <a:cubicBezTo>
                  <a:pt x="311150" y="8686800"/>
                  <a:pt x="0" y="8375650"/>
                  <a:pt x="0" y="7991856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577340" y="2832735"/>
            <a:ext cx="6309360" cy="183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300.595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1577340" y="4840605"/>
            <a:ext cx="6309360" cy="1811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personas inscritas en la PAES Regular 2025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577340" y="7973613"/>
            <a:ext cx="2616760" cy="25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5" u="none" cap="none" strike="noStrike">
                <a:solidFill>
                  <a:srgbClr val="DBE8FA"/>
                </a:solidFill>
                <a:latin typeface="Arial"/>
                <a:ea typeface="Arial"/>
                <a:cs typeface="Arial"/>
                <a:sym typeface="Arial"/>
              </a:rPr>
              <a:t>Fuente: Mineduc (2025)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8778240" y="2125980"/>
            <a:ext cx="8366760" cy="1988820"/>
          </a:xfrm>
          <a:custGeom>
            <a:rect b="b" l="l" r="r" t="t"/>
            <a:pathLst>
              <a:path extrusionOk="0" h="2651760" w="1115568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10943590" y="0"/>
                </a:lnTo>
                <a:cubicBezTo>
                  <a:pt x="11060811" y="0"/>
                  <a:pt x="11155680" y="94996"/>
                  <a:pt x="11155680" y="212090"/>
                </a:cubicBezTo>
                <a:lnTo>
                  <a:pt x="11155680" y="2439670"/>
                </a:lnTo>
                <a:cubicBezTo>
                  <a:pt x="11155680" y="2556891"/>
                  <a:pt x="11060684" y="2651760"/>
                  <a:pt x="1094359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3"/>
          <p:cNvGrpSpPr/>
          <p:nvPr/>
        </p:nvGrpSpPr>
        <p:grpSpPr>
          <a:xfrm>
            <a:off x="9121140" y="2584609"/>
            <a:ext cx="1028700" cy="1050131"/>
            <a:chOff x="0" y="-28575"/>
            <a:chExt cx="1371600" cy="1400175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1371600" cy="1371600"/>
            </a:xfrm>
            <a:custGeom>
              <a:rect b="b" l="l" r="r" t="t"/>
              <a:pathLst>
                <a:path extrusionOk="0"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 txBox="1"/>
            <p:nvPr/>
          </p:nvSpPr>
          <p:spPr>
            <a:xfrm>
              <a:off x="0" y="-28575"/>
              <a:ext cx="1371600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✕</a:t>
              </a:r>
              <a:endParaRPr/>
            </a:p>
          </p:txBody>
        </p:sp>
      </p:grpSp>
      <p:grpSp>
        <p:nvGrpSpPr>
          <p:cNvPr id="155" name="Google Shape;155;p3"/>
          <p:cNvGrpSpPr/>
          <p:nvPr/>
        </p:nvGrpSpPr>
        <p:grpSpPr>
          <a:xfrm>
            <a:off x="10492740" y="2310289"/>
            <a:ext cx="6446520" cy="1598771"/>
            <a:chOff x="0" y="-28575"/>
            <a:chExt cx="8595360" cy="2131695"/>
          </a:xfrm>
        </p:grpSpPr>
        <p:sp>
          <p:nvSpPr>
            <p:cNvPr id="156" name="Google Shape;156;p3"/>
            <p:cNvSpPr/>
            <p:nvPr/>
          </p:nvSpPr>
          <p:spPr>
            <a:xfrm>
              <a:off x="0" y="0"/>
              <a:ext cx="8595360" cy="2103120"/>
            </a:xfrm>
            <a:custGeom>
              <a:rect b="b" l="l" r="r" t="t"/>
              <a:pathLst>
                <a:path extrusionOk="0" h="21031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03120"/>
                  </a:lnTo>
                  <a:lnTo>
                    <a:pt x="0" y="210312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9633" l="0" r="0" t="-29633"/>
              </a:stretch>
            </a:blipFill>
            <a:ln>
              <a:noFill/>
            </a:ln>
          </p:spPr>
        </p:sp>
        <p:sp>
          <p:nvSpPr>
            <p:cNvPr id="157" name="Google Shape;157;p3"/>
            <p:cNvSpPr txBox="1"/>
            <p:nvPr/>
          </p:nvSpPr>
          <p:spPr>
            <a:xfrm>
              <a:off x="0" y="-28575"/>
              <a:ext cx="8595360" cy="213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Practican, pero no saben por qué se equivocan</a:t>
              </a:r>
              <a:endParaRPr/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8778240" y="4389120"/>
            <a:ext cx="8366760" cy="1988820"/>
          </a:xfrm>
          <a:custGeom>
            <a:rect b="b" l="l" r="r" t="t"/>
            <a:pathLst>
              <a:path extrusionOk="0" h="2651760" w="1115568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10943590" y="0"/>
                </a:lnTo>
                <a:cubicBezTo>
                  <a:pt x="11060811" y="0"/>
                  <a:pt x="11155680" y="94996"/>
                  <a:pt x="11155680" y="212090"/>
                </a:cubicBezTo>
                <a:lnTo>
                  <a:pt x="11155680" y="2439670"/>
                </a:lnTo>
                <a:cubicBezTo>
                  <a:pt x="11155680" y="2556891"/>
                  <a:pt x="11060684" y="2651760"/>
                  <a:pt x="1094359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3"/>
          <p:cNvGrpSpPr/>
          <p:nvPr/>
        </p:nvGrpSpPr>
        <p:grpSpPr>
          <a:xfrm>
            <a:off x="9121140" y="4847749"/>
            <a:ext cx="1028700" cy="1050131"/>
            <a:chOff x="0" y="-28575"/>
            <a:chExt cx="1371600" cy="1400175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1371600" cy="1371600"/>
            </a:xfrm>
            <a:custGeom>
              <a:rect b="b" l="l" r="r" t="t"/>
              <a:pathLst>
                <a:path extrusionOk="0"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EB6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0" y="-28575"/>
              <a:ext cx="1371600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/>
            </a:p>
          </p:txBody>
        </p:sp>
      </p:grpSp>
      <p:grpSp>
        <p:nvGrpSpPr>
          <p:cNvPr id="162" name="Google Shape;162;p3"/>
          <p:cNvGrpSpPr/>
          <p:nvPr/>
        </p:nvGrpSpPr>
        <p:grpSpPr>
          <a:xfrm>
            <a:off x="10492740" y="4573429"/>
            <a:ext cx="6446520" cy="1598771"/>
            <a:chOff x="0" y="-28575"/>
            <a:chExt cx="8595360" cy="2131695"/>
          </a:xfrm>
        </p:grpSpPr>
        <p:sp>
          <p:nvSpPr>
            <p:cNvPr id="163" name="Google Shape;163;p3"/>
            <p:cNvSpPr/>
            <p:nvPr/>
          </p:nvSpPr>
          <p:spPr>
            <a:xfrm>
              <a:off x="0" y="0"/>
              <a:ext cx="8595360" cy="2103120"/>
            </a:xfrm>
            <a:custGeom>
              <a:rect b="b" l="l" r="r" t="t"/>
              <a:pathLst>
                <a:path extrusionOk="0" h="21031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03120"/>
                  </a:lnTo>
                  <a:lnTo>
                    <a:pt x="0" y="210312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9633" l="0" r="0" t="-29633"/>
              </a:stretch>
            </a:blipFill>
            <a:ln>
              <a:noFill/>
            </a:ln>
          </p:spPr>
        </p:sp>
        <p:sp>
          <p:nvSpPr>
            <p:cNvPr id="164" name="Google Shape;164;p3"/>
            <p:cNvSpPr txBox="1"/>
            <p:nvPr/>
          </p:nvSpPr>
          <p:spPr>
            <a:xfrm>
              <a:off x="0" y="-28575"/>
              <a:ext cx="8595360" cy="213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No saben qué habilidad reforzar</a:t>
              </a:r>
              <a:endParaRPr/>
            </a:p>
          </p:txBody>
        </p:sp>
      </p:grpSp>
      <p:sp>
        <p:nvSpPr>
          <p:cNvPr id="165" name="Google Shape;165;p3"/>
          <p:cNvSpPr/>
          <p:nvPr/>
        </p:nvSpPr>
        <p:spPr>
          <a:xfrm>
            <a:off x="8778240" y="6652260"/>
            <a:ext cx="8366760" cy="1988820"/>
          </a:xfrm>
          <a:custGeom>
            <a:rect b="b" l="l" r="r" t="t"/>
            <a:pathLst>
              <a:path extrusionOk="0" h="2651760" w="1115568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10943590" y="0"/>
                </a:lnTo>
                <a:cubicBezTo>
                  <a:pt x="11060811" y="0"/>
                  <a:pt x="11155680" y="94996"/>
                  <a:pt x="11155680" y="212090"/>
                </a:cubicBezTo>
                <a:lnTo>
                  <a:pt x="11155680" y="2439670"/>
                </a:lnTo>
                <a:cubicBezTo>
                  <a:pt x="11155680" y="2556891"/>
                  <a:pt x="11060684" y="2651760"/>
                  <a:pt x="1094359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3"/>
          <p:cNvGrpSpPr/>
          <p:nvPr/>
        </p:nvGrpSpPr>
        <p:grpSpPr>
          <a:xfrm>
            <a:off x="9121140" y="7110889"/>
            <a:ext cx="1028700" cy="1050131"/>
            <a:chOff x="0" y="-28575"/>
            <a:chExt cx="1371600" cy="1400175"/>
          </a:xfrm>
        </p:grpSpPr>
        <p:sp>
          <p:nvSpPr>
            <p:cNvPr id="167" name="Google Shape;167;p3"/>
            <p:cNvSpPr/>
            <p:nvPr/>
          </p:nvSpPr>
          <p:spPr>
            <a:xfrm>
              <a:off x="0" y="0"/>
              <a:ext cx="1371600" cy="1371600"/>
            </a:xfrm>
            <a:custGeom>
              <a:rect b="b" l="l" r="r" t="t"/>
              <a:pathLst>
                <a:path extrusionOk="0"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0" y="-28575"/>
              <a:ext cx="1371600" cy="1400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169" name="Google Shape;169;p3"/>
          <p:cNvGrpSpPr/>
          <p:nvPr/>
        </p:nvGrpSpPr>
        <p:grpSpPr>
          <a:xfrm>
            <a:off x="10492740" y="6836569"/>
            <a:ext cx="6446520" cy="1598771"/>
            <a:chOff x="0" y="-28575"/>
            <a:chExt cx="8595360" cy="2131695"/>
          </a:xfrm>
        </p:grpSpPr>
        <p:sp>
          <p:nvSpPr>
            <p:cNvPr id="170" name="Google Shape;170;p3"/>
            <p:cNvSpPr/>
            <p:nvPr/>
          </p:nvSpPr>
          <p:spPr>
            <a:xfrm>
              <a:off x="0" y="0"/>
              <a:ext cx="8595360" cy="2103120"/>
            </a:xfrm>
            <a:custGeom>
              <a:rect b="b" l="l" r="r" t="t"/>
              <a:pathLst>
                <a:path extrusionOk="0" h="21031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03120"/>
                  </a:lnTo>
                  <a:lnTo>
                    <a:pt x="0" y="210312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9633" l="0" r="0" t="-29633"/>
              </a:stretch>
            </a:blipFill>
            <a:ln>
              <a:noFill/>
            </a:ln>
          </p:spPr>
        </p:sp>
        <p:sp>
          <p:nvSpPr>
            <p:cNvPr id="171" name="Google Shape;171;p3"/>
            <p:cNvSpPr txBox="1"/>
            <p:nvPr/>
          </p:nvSpPr>
          <p:spPr>
            <a:xfrm>
              <a:off x="0" y="-28575"/>
              <a:ext cx="8595360" cy="213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Necesitan retroalimentación inmediata y seguimiento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181" name="Google Shape;181;p4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4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3" name="Google Shape;183;p4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4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185" name="Google Shape;185;p4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186" name="Google Shape;186;p4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187" name="Google Shape;187;p4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Objetivos del proyecto</a:t>
              </a:r>
              <a:endParaRPr/>
            </a:p>
          </p:txBody>
        </p:sp>
      </p:grpSp>
      <p:sp>
        <p:nvSpPr>
          <p:cNvPr id="188" name="Google Shape;188;p4"/>
          <p:cNvSpPr/>
          <p:nvPr/>
        </p:nvSpPr>
        <p:spPr>
          <a:xfrm>
            <a:off x="1097280" y="2057400"/>
            <a:ext cx="16047719" cy="2674620"/>
          </a:xfrm>
          <a:custGeom>
            <a:rect b="b" l="l" r="r" t="t"/>
            <a:pathLst>
              <a:path extrusionOk="0" h="3566160" w="21396959">
                <a:moveTo>
                  <a:pt x="0" y="285242"/>
                </a:moveTo>
                <a:cubicBezTo>
                  <a:pt x="0" y="127762"/>
                  <a:pt x="127762" y="0"/>
                  <a:pt x="285242" y="0"/>
                </a:cubicBezTo>
                <a:lnTo>
                  <a:pt x="21111718" y="0"/>
                </a:lnTo>
                <a:cubicBezTo>
                  <a:pt x="21269325" y="0"/>
                  <a:pt x="21396959" y="127762"/>
                  <a:pt x="21396959" y="285242"/>
                </a:cubicBezTo>
                <a:lnTo>
                  <a:pt x="21396959" y="3280918"/>
                </a:lnTo>
                <a:cubicBezTo>
                  <a:pt x="21396959" y="3438525"/>
                  <a:pt x="21269198" y="3566160"/>
                  <a:pt x="21111718" y="3566160"/>
                </a:cubicBezTo>
                <a:lnTo>
                  <a:pt x="285242" y="3566160"/>
                </a:lnTo>
                <a:cubicBezTo>
                  <a:pt x="127762" y="3566160"/>
                  <a:pt x="0" y="3438398"/>
                  <a:pt x="0" y="328091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1165098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1421511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OE1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1421511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Modelar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421511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la información para la práctica, la cuota y el uso sin conexión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4429506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4685919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OE2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4685919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4685919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el ciclo de práctica con retroalimentación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7693914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7950327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OE3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7950327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7950327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el acceso al contenido y el reporte de errores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10958322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11214735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OE4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11214735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11214735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el módulo con pruebas unitarias y de aceptación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14222730" y="3179445"/>
            <a:ext cx="3036570" cy="3928110"/>
          </a:xfrm>
          <a:custGeom>
            <a:rect b="b" l="l" r="r" t="t"/>
            <a:pathLst>
              <a:path extrusionOk="0" h="5237480" w="404876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lnTo>
                  <a:pt x="3724910" y="0"/>
                </a:lnTo>
                <a:cubicBezTo>
                  <a:pt x="3903853" y="0"/>
                  <a:pt x="4048760" y="145034"/>
                  <a:pt x="4048760" y="323850"/>
                </a:cubicBezTo>
                <a:lnTo>
                  <a:pt x="4048760" y="4913630"/>
                </a:lnTo>
                <a:cubicBezTo>
                  <a:pt x="4048760" y="5092573"/>
                  <a:pt x="3903726" y="5237480"/>
                  <a:pt x="3724910" y="5237480"/>
                </a:cubicBezTo>
                <a:lnTo>
                  <a:pt x="323850" y="5237480"/>
                </a:lnTo>
                <a:cubicBezTo>
                  <a:pt x="145034" y="5237480"/>
                  <a:pt x="0" y="5092446"/>
                  <a:pt x="0" y="491363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14479143" y="3324987"/>
            <a:ext cx="260604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OE5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14479143" y="3992880"/>
            <a:ext cx="260604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Planificar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14479143" y="4688205"/>
            <a:ext cx="2606040" cy="227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y controlar el desarrollo por iteraciones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18" name="Google Shape;218;p5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5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0" name="Google Shape;220;p5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5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222" name="Google Shape;222;p5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223" name="Google Shape;223;p5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224" name="Google Shape;224;p5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Metodología: Extreme Programming</a:t>
              </a:r>
              <a:endParaRPr/>
            </a:p>
          </p:txBody>
        </p:sp>
      </p:grpSp>
      <p:sp>
        <p:nvSpPr>
          <p:cNvPr id="225" name="Google Shape;225;p5"/>
          <p:cNvSpPr txBox="1"/>
          <p:nvPr/>
        </p:nvSpPr>
        <p:spPr>
          <a:xfrm>
            <a:off x="1097280" y="2028825"/>
            <a:ext cx="740664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Prácticas aplicadas</a:t>
            </a:r>
            <a:endParaRPr/>
          </a:p>
        </p:txBody>
      </p:sp>
      <p:grpSp>
        <p:nvGrpSpPr>
          <p:cNvPr id="226" name="Google Shape;226;p5"/>
          <p:cNvGrpSpPr/>
          <p:nvPr/>
        </p:nvGrpSpPr>
        <p:grpSpPr>
          <a:xfrm>
            <a:off x="1097280" y="3071813"/>
            <a:ext cx="822960" cy="837247"/>
            <a:chOff x="0" y="-19050"/>
            <a:chExt cx="1097280" cy="1116330"/>
          </a:xfrm>
        </p:grpSpPr>
        <p:sp>
          <p:nvSpPr>
            <p:cNvPr id="227" name="Google Shape;227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2194560" y="2934653"/>
            <a:ext cx="6446520" cy="1111567"/>
            <a:chOff x="0" y="-19050"/>
            <a:chExt cx="8595360" cy="1482090"/>
          </a:xfrm>
        </p:grpSpPr>
        <p:sp>
          <p:nvSpPr>
            <p:cNvPr id="230" name="Google Shape;230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31" name="Google Shape;231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Iteraciones de una semana</a:t>
              </a:r>
              <a:endParaRPr/>
            </a:p>
          </p:txBody>
        </p:sp>
      </p:grpSp>
      <p:grpSp>
        <p:nvGrpSpPr>
          <p:cNvPr id="232" name="Google Shape;232;p5"/>
          <p:cNvGrpSpPr/>
          <p:nvPr/>
        </p:nvGrpSpPr>
        <p:grpSpPr>
          <a:xfrm>
            <a:off x="1097280" y="4511993"/>
            <a:ext cx="822960" cy="837247"/>
            <a:chOff x="0" y="-19050"/>
            <a:chExt cx="1097280" cy="1116330"/>
          </a:xfrm>
        </p:grpSpPr>
        <p:sp>
          <p:nvSpPr>
            <p:cNvPr id="233" name="Google Shape;233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35" name="Google Shape;235;p5"/>
          <p:cNvGrpSpPr/>
          <p:nvPr/>
        </p:nvGrpSpPr>
        <p:grpSpPr>
          <a:xfrm>
            <a:off x="2194560" y="4374833"/>
            <a:ext cx="6446520" cy="1111568"/>
            <a:chOff x="0" y="-19050"/>
            <a:chExt cx="8595360" cy="1482090"/>
          </a:xfrm>
        </p:grpSpPr>
        <p:sp>
          <p:nvSpPr>
            <p:cNvPr id="236" name="Google Shape;236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37" name="Google Shape;237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El cliente define y prioriza</a:t>
              </a:r>
              <a:endParaRPr/>
            </a:p>
          </p:txBody>
        </p:sp>
      </p:grpSp>
      <p:grpSp>
        <p:nvGrpSpPr>
          <p:cNvPr id="238" name="Google Shape;238;p5"/>
          <p:cNvGrpSpPr/>
          <p:nvPr/>
        </p:nvGrpSpPr>
        <p:grpSpPr>
          <a:xfrm>
            <a:off x="1097280" y="5952173"/>
            <a:ext cx="822960" cy="837247"/>
            <a:chOff x="0" y="-19050"/>
            <a:chExt cx="1097280" cy="1116330"/>
          </a:xfrm>
        </p:grpSpPr>
        <p:sp>
          <p:nvSpPr>
            <p:cNvPr id="239" name="Google Shape;239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41" name="Google Shape;241;p5"/>
          <p:cNvGrpSpPr/>
          <p:nvPr/>
        </p:nvGrpSpPr>
        <p:grpSpPr>
          <a:xfrm>
            <a:off x="2194560" y="5815013"/>
            <a:ext cx="6446520" cy="1111568"/>
            <a:chOff x="0" y="-19050"/>
            <a:chExt cx="8595360" cy="1482090"/>
          </a:xfrm>
        </p:grpSpPr>
        <p:sp>
          <p:nvSpPr>
            <p:cNvPr id="242" name="Google Shape;242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43" name="Google Shape;243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Cada entrega se acepta con pruebas</a:t>
              </a:r>
              <a:endParaRPr/>
            </a:p>
          </p:txBody>
        </p:sp>
      </p:grpSp>
      <p:grpSp>
        <p:nvGrpSpPr>
          <p:cNvPr id="244" name="Google Shape;244;p5"/>
          <p:cNvGrpSpPr/>
          <p:nvPr/>
        </p:nvGrpSpPr>
        <p:grpSpPr>
          <a:xfrm>
            <a:off x="1097280" y="7392352"/>
            <a:ext cx="822960" cy="837248"/>
            <a:chOff x="0" y="-19050"/>
            <a:chExt cx="1097280" cy="1116330"/>
          </a:xfrm>
        </p:grpSpPr>
        <p:sp>
          <p:nvSpPr>
            <p:cNvPr id="245" name="Google Shape;245;p5"/>
            <p:cNvSpPr/>
            <p:nvPr/>
          </p:nvSpPr>
          <p:spPr>
            <a:xfrm>
              <a:off x="0" y="0"/>
              <a:ext cx="1097280" cy="1097280"/>
            </a:xfrm>
            <a:custGeom>
              <a:rect b="b" l="l" r="r" t="t"/>
              <a:pathLst>
                <a:path extrusionOk="0"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 txBox="1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247" name="Google Shape;247;p5"/>
          <p:cNvGrpSpPr/>
          <p:nvPr/>
        </p:nvGrpSpPr>
        <p:grpSpPr>
          <a:xfrm>
            <a:off x="2194560" y="7255192"/>
            <a:ext cx="6446520" cy="1111568"/>
            <a:chOff x="0" y="-19050"/>
            <a:chExt cx="8595360" cy="1482090"/>
          </a:xfrm>
        </p:grpSpPr>
        <p:sp>
          <p:nvSpPr>
            <p:cNvPr id="248" name="Google Shape;248;p5"/>
            <p:cNvSpPr/>
            <p:nvPr/>
          </p:nvSpPr>
          <p:spPr>
            <a:xfrm>
              <a:off x="0" y="0"/>
              <a:ext cx="8595360" cy="1463040"/>
            </a:xfrm>
            <a:custGeom>
              <a:rect b="b" l="l" r="r" t="t"/>
              <a:pathLst>
                <a:path extrusionOk="0"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4474" l="0" r="0" t="-64474"/>
              </a:stretch>
            </a:blipFill>
            <a:ln>
              <a:noFill/>
            </a:ln>
          </p:spPr>
        </p:sp>
        <p:sp>
          <p:nvSpPr>
            <p:cNvPr id="249" name="Google Shape;249;p5"/>
            <p:cNvSpPr txBox="1"/>
            <p:nvPr/>
          </p:nvSpPr>
          <p:spPr>
            <a:xfrm>
              <a:off x="0" y="-19050"/>
              <a:ext cx="85953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Integración continua con revisión de código mediante PR</a:t>
              </a:r>
              <a:endParaRPr/>
            </a:p>
          </p:txBody>
        </p:sp>
      </p:grpSp>
      <p:sp>
        <p:nvSpPr>
          <p:cNvPr id="250" name="Google Shape;250;p5"/>
          <p:cNvSpPr/>
          <p:nvPr/>
        </p:nvSpPr>
        <p:spPr>
          <a:xfrm>
            <a:off x="8905875" y="2047875"/>
            <a:ext cx="3996690" cy="2007870"/>
          </a:xfrm>
          <a:custGeom>
            <a:rect b="b" l="l" r="r" t="t"/>
            <a:pathLst>
              <a:path extrusionOk="0" h="2677160" w="532892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5114798" y="0"/>
                </a:lnTo>
                <a:cubicBezTo>
                  <a:pt x="5233035" y="0"/>
                  <a:pt x="5328920" y="95885"/>
                  <a:pt x="5328920" y="214122"/>
                </a:cubicBezTo>
                <a:lnTo>
                  <a:pt x="5328920" y="2463038"/>
                </a:lnTo>
                <a:cubicBezTo>
                  <a:pt x="5328920" y="2581275"/>
                  <a:pt x="5233035" y="2677160"/>
                  <a:pt x="511479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 txBox="1"/>
          <p:nvPr/>
        </p:nvSpPr>
        <p:spPr>
          <a:xfrm>
            <a:off x="9189720" y="224409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9189720" y="286131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Max Kreimerman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13089255" y="2047875"/>
            <a:ext cx="3996690" cy="2007870"/>
          </a:xfrm>
          <a:custGeom>
            <a:rect b="b" l="l" r="r" t="t"/>
            <a:pathLst>
              <a:path extrusionOk="0" h="2677160" w="532892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5114798" y="0"/>
                </a:lnTo>
                <a:cubicBezTo>
                  <a:pt x="5233035" y="0"/>
                  <a:pt x="5328920" y="95885"/>
                  <a:pt x="5328920" y="214122"/>
                </a:cubicBezTo>
                <a:lnTo>
                  <a:pt x="5328920" y="2463038"/>
                </a:lnTo>
                <a:cubicBezTo>
                  <a:pt x="5328920" y="2581275"/>
                  <a:pt x="5233035" y="2677160"/>
                  <a:pt x="511479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13373100" y="224409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Gestora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13373100" y="286131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Karina Álvarez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8915400" y="432054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9189720" y="450723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Coach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9189720" y="512445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Eliana Mallen</a:t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13098780" y="432054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13373100" y="450723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Tracker y Tester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3373100" y="512445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Martín Espinoza</a:t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8915400" y="658368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9189720" y="677037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Programador backend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9189720" y="738759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Jeremías Fernández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13098780" y="6583680"/>
            <a:ext cx="3977640" cy="1988820"/>
          </a:xfrm>
          <a:custGeom>
            <a:rect b="b" l="l" r="r" t="t"/>
            <a:pathLst>
              <a:path extrusionOk="0" h="2651760" w="530352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091430" y="0"/>
                </a:lnTo>
                <a:cubicBezTo>
                  <a:pt x="5208651" y="0"/>
                  <a:pt x="5303520" y="94996"/>
                  <a:pt x="5303520" y="212090"/>
                </a:cubicBezTo>
                <a:lnTo>
                  <a:pt x="5303520" y="2439670"/>
                </a:lnTo>
                <a:cubicBezTo>
                  <a:pt x="5303520" y="2556891"/>
                  <a:pt x="5208524" y="2651760"/>
                  <a:pt x="509143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 txBox="1"/>
          <p:nvPr/>
        </p:nvSpPr>
        <p:spPr>
          <a:xfrm>
            <a:off x="13373100" y="677037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Programador frontend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13373100" y="7387590"/>
            <a:ext cx="3566160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Sebastián Acevedo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277" name="Google Shape;277;p6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6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79" name="Google Shape;279;p6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6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281" name="Google Shape;281;p6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282" name="Google Shape;282;p6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283" name="Google Shape;283;p6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Planificación del proyecto</a:t>
              </a:r>
              <a:endParaRPr/>
            </a:p>
          </p:txBody>
        </p:sp>
      </p:grpSp>
      <p:pic>
        <p:nvPicPr>
          <p:cNvPr id="284" name="Google Shape;28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205740" y="960120"/>
            <a:ext cx="12344400" cy="905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6"/>
          <p:cNvSpPr/>
          <p:nvPr/>
        </p:nvSpPr>
        <p:spPr>
          <a:xfrm>
            <a:off x="11521440" y="2057400"/>
            <a:ext cx="5623560" cy="2057400"/>
          </a:xfrm>
          <a:custGeom>
            <a:rect b="b" l="l" r="r" t="t"/>
            <a:pathLst>
              <a:path extrusionOk="0" h="2743200" w="749808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7278624" y="0"/>
                </a:lnTo>
                <a:cubicBezTo>
                  <a:pt x="7399782" y="0"/>
                  <a:pt x="7498080" y="98298"/>
                  <a:pt x="7498080" y="219456"/>
                </a:cubicBezTo>
                <a:lnTo>
                  <a:pt x="7498080" y="2523744"/>
                </a:lnTo>
                <a:cubicBezTo>
                  <a:pt x="7498080" y="2644902"/>
                  <a:pt x="7399782" y="2743200"/>
                  <a:pt x="7278624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 txBox="1"/>
          <p:nvPr/>
        </p:nvSpPr>
        <p:spPr>
          <a:xfrm>
            <a:off x="11864340" y="2202942"/>
            <a:ext cx="493776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1</a:t>
            </a:r>
            <a:endParaRPr/>
          </a:p>
        </p:txBody>
      </p:sp>
      <p:sp>
        <p:nvSpPr>
          <p:cNvPr id="287" name="Google Shape;287;p6"/>
          <p:cNvSpPr txBox="1"/>
          <p:nvPr/>
        </p:nvSpPr>
        <p:spPr>
          <a:xfrm>
            <a:off x="11864340" y="284340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Iteraciones 1 a 3</a:t>
            </a:r>
            <a:endParaRPr/>
          </a:p>
        </p:txBody>
      </p:sp>
      <p:sp>
        <p:nvSpPr>
          <p:cNvPr id="288" name="Google Shape;288;p6"/>
          <p:cNvSpPr txBox="1"/>
          <p:nvPr/>
        </p:nvSpPr>
        <p:spPr>
          <a:xfrm>
            <a:off x="11864340" y="339204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Aceptada el 29/09</a:t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11521440" y="4389120"/>
            <a:ext cx="5623560" cy="2057400"/>
          </a:xfrm>
          <a:custGeom>
            <a:rect b="b" l="l" r="r" t="t"/>
            <a:pathLst>
              <a:path extrusionOk="0" h="2743200" w="749808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7278624" y="0"/>
                </a:lnTo>
                <a:cubicBezTo>
                  <a:pt x="7399782" y="0"/>
                  <a:pt x="7498080" y="98298"/>
                  <a:pt x="7498080" y="219456"/>
                </a:cubicBezTo>
                <a:lnTo>
                  <a:pt x="7498080" y="2523744"/>
                </a:lnTo>
                <a:cubicBezTo>
                  <a:pt x="7498080" y="2644902"/>
                  <a:pt x="7399782" y="2743200"/>
                  <a:pt x="7278624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11864340" y="4534662"/>
            <a:ext cx="493776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2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11864340" y="517512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Iteraciones 4 a 6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11864340" y="572376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11521440" y="6720840"/>
            <a:ext cx="5623560" cy="2057400"/>
          </a:xfrm>
          <a:custGeom>
            <a:rect b="b" l="l" r="r" t="t"/>
            <a:pathLst>
              <a:path extrusionOk="0" h="2743200" w="749808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7278624" y="0"/>
                </a:lnTo>
                <a:cubicBezTo>
                  <a:pt x="7399782" y="0"/>
                  <a:pt x="7498080" y="98298"/>
                  <a:pt x="7498080" y="219456"/>
                </a:cubicBezTo>
                <a:lnTo>
                  <a:pt x="7498080" y="2523744"/>
                </a:lnTo>
                <a:cubicBezTo>
                  <a:pt x="7498080" y="2644902"/>
                  <a:pt x="7399782" y="2743200"/>
                  <a:pt x="7278624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11864340" y="6866382"/>
            <a:ext cx="493776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3</a:t>
            </a:r>
            <a:endParaRPr/>
          </a:p>
        </p:txBody>
      </p:sp>
      <p:sp>
        <p:nvSpPr>
          <p:cNvPr id="295" name="Google Shape;295;p6"/>
          <p:cNvSpPr txBox="1"/>
          <p:nvPr/>
        </p:nvSpPr>
        <p:spPr>
          <a:xfrm>
            <a:off x="11864340" y="750684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Iteraciones 7 a 10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11864340" y="8055483"/>
            <a:ext cx="493776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Por iniciar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1014622" y="9302993"/>
            <a:ext cx="8725888" cy="443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Ajustamos la planificación según la velocidad real del equipo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07" name="Google Shape;307;p7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7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9" name="Google Shape;309;p7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7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311" name="Google Shape;311;p7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312" name="Google Shape;312;p7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313" name="Google Shape;313;p7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Propuesta de solución</a:t>
              </a:r>
              <a:endParaRPr/>
            </a:p>
          </p:txBody>
        </p:sp>
      </p:grpSp>
      <p:sp>
        <p:nvSpPr>
          <p:cNvPr id="314" name="Google Shape;314;p7"/>
          <p:cNvSpPr/>
          <p:nvPr/>
        </p:nvSpPr>
        <p:spPr>
          <a:xfrm>
            <a:off x="1700784" y="1837944"/>
            <a:ext cx="2600421" cy="5445252"/>
          </a:xfrm>
          <a:custGeom>
            <a:rect b="b" l="l" r="r" t="t"/>
            <a:pathLst>
              <a:path extrusionOk="0" h="7260336" w="3467227">
                <a:moveTo>
                  <a:pt x="0" y="208026"/>
                </a:moveTo>
                <a:cubicBezTo>
                  <a:pt x="0" y="93091"/>
                  <a:pt x="93091" y="0"/>
                  <a:pt x="208026" y="0"/>
                </a:cubicBezTo>
                <a:lnTo>
                  <a:pt x="3259201" y="0"/>
                </a:lnTo>
                <a:cubicBezTo>
                  <a:pt x="3374136" y="0"/>
                  <a:pt x="3467227" y="93091"/>
                  <a:pt x="3467227" y="208026"/>
                </a:cubicBezTo>
                <a:lnTo>
                  <a:pt x="3467227" y="7052310"/>
                </a:lnTo>
                <a:cubicBezTo>
                  <a:pt x="3467227" y="7167245"/>
                  <a:pt x="3374136" y="7260336"/>
                  <a:pt x="3259201" y="7260336"/>
                </a:cubicBezTo>
                <a:lnTo>
                  <a:pt x="208026" y="7260336"/>
                </a:lnTo>
                <a:cubicBezTo>
                  <a:pt x="93091" y="7260336"/>
                  <a:pt x="0" y="7167245"/>
                  <a:pt x="0" y="7052310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gunta.png" id="315" name="Google Shape;315;p7"/>
          <p:cNvSpPr/>
          <p:nvPr/>
        </p:nvSpPr>
        <p:spPr>
          <a:xfrm>
            <a:off x="1783080" y="1920240"/>
            <a:ext cx="2435829" cy="5280660"/>
          </a:xfrm>
          <a:custGeom>
            <a:rect b="b" l="l" r="r" t="t"/>
            <a:pathLst>
              <a:path extrusionOk="0" h="7040880" w="3247771">
                <a:moveTo>
                  <a:pt x="0" y="0"/>
                </a:moveTo>
                <a:lnTo>
                  <a:pt x="3247771" y="0"/>
                </a:lnTo>
                <a:lnTo>
                  <a:pt x="3247771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316" name="Google Shape;316;p7"/>
          <p:cNvSpPr txBox="1"/>
          <p:nvPr/>
        </p:nvSpPr>
        <p:spPr>
          <a:xfrm>
            <a:off x="765772" y="8001029"/>
            <a:ext cx="4526280" cy="68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1 · Pregunta</a:t>
            </a:r>
            <a:endParaRPr/>
          </a:p>
        </p:txBody>
      </p:sp>
      <p:sp>
        <p:nvSpPr>
          <p:cNvPr id="317" name="Google Shape;317;p7"/>
          <p:cNvSpPr txBox="1"/>
          <p:nvPr/>
        </p:nvSpPr>
        <p:spPr>
          <a:xfrm>
            <a:off x="737840" y="8668922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El estudiante responde</a:t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4800600" y="4320540"/>
            <a:ext cx="1783080" cy="438912"/>
          </a:xfrm>
          <a:custGeom>
            <a:rect b="b" l="l" r="r" t="t"/>
            <a:pathLst>
              <a:path extrusionOk="0" h="585216" w="2377440">
                <a:moveTo>
                  <a:pt x="0" y="146304"/>
                </a:moveTo>
                <a:lnTo>
                  <a:pt x="2084832" y="146304"/>
                </a:lnTo>
                <a:lnTo>
                  <a:pt x="2084832" y="0"/>
                </a:lnTo>
                <a:lnTo>
                  <a:pt x="2377440" y="292608"/>
                </a:lnTo>
                <a:lnTo>
                  <a:pt x="2084832" y="585216"/>
                </a:lnTo>
                <a:lnTo>
                  <a:pt x="208483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19" name="Google Shape;319;p7"/>
          <p:cNvSpPr/>
          <p:nvPr/>
        </p:nvSpPr>
        <p:spPr>
          <a:xfrm>
            <a:off x="7118604" y="1837944"/>
            <a:ext cx="2600421" cy="5445252"/>
          </a:xfrm>
          <a:custGeom>
            <a:rect b="b" l="l" r="r" t="t"/>
            <a:pathLst>
              <a:path extrusionOk="0" h="7260336" w="3467227">
                <a:moveTo>
                  <a:pt x="0" y="208026"/>
                </a:moveTo>
                <a:cubicBezTo>
                  <a:pt x="0" y="93091"/>
                  <a:pt x="93091" y="0"/>
                  <a:pt x="208026" y="0"/>
                </a:cubicBezTo>
                <a:lnTo>
                  <a:pt x="3259201" y="0"/>
                </a:lnTo>
                <a:cubicBezTo>
                  <a:pt x="3374136" y="0"/>
                  <a:pt x="3467227" y="93091"/>
                  <a:pt x="3467227" y="208026"/>
                </a:cubicBezTo>
                <a:lnTo>
                  <a:pt x="3467227" y="7052310"/>
                </a:lnTo>
                <a:cubicBezTo>
                  <a:pt x="3467227" y="7167245"/>
                  <a:pt x="3374136" y="7260336"/>
                  <a:pt x="3259201" y="7260336"/>
                </a:cubicBezTo>
                <a:lnTo>
                  <a:pt x="208026" y="7260336"/>
                </a:lnTo>
                <a:cubicBezTo>
                  <a:pt x="93091" y="7260336"/>
                  <a:pt x="0" y="7167245"/>
                  <a:pt x="0" y="7052310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resultado.png" id="320" name="Google Shape;320;p7"/>
          <p:cNvSpPr/>
          <p:nvPr/>
        </p:nvSpPr>
        <p:spPr>
          <a:xfrm>
            <a:off x="7200900" y="1920240"/>
            <a:ext cx="2435829" cy="5280660"/>
          </a:xfrm>
          <a:custGeom>
            <a:rect b="b" l="l" r="r" t="t"/>
            <a:pathLst>
              <a:path extrusionOk="0" h="7040880" w="3247771">
                <a:moveTo>
                  <a:pt x="0" y="0"/>
                </a:moveTo>
                <a:lnTo>
                  <a:pt x="3247771" y="0"/>
                </a:lnTo>
                <a:lnTo>
                  <a:pt x="3247771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321" name="Google Shape;321;p7"/>
          <p:cNvSpPr txBox="1"/>
          <p:nvPr/>
        </p:nvSpPr>
        <p:spPr>
          <a:xfrm>
            <a:off x="6168352" y="8036433"/>
            <a:ext cx="4526280" cy="68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2 · Resultado</a:t>
            </a:r>
            <a:endParaRPr/>
          </a:p>
        </p:txBody>
      </p:sp>
      <p:sp>
        <p:nvSpPr>
          <p:cNvPr id="322" name="Google Shape;322;p7"/>
          <p:cNvSpPr txBox="1"/>
          <p:nvPr/>
        </p:nvSpPr>
        <p:spPr>
          <a:xfrm>
            <a:off x="6155660" y="8668922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Acierto, medalla y cuota</a:t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10218420" y="4320540"/>
            <a:ext cx="1783080" cy="438912"/>
          </a:xfrm>
          <a:custGeom>
            <a:rect b="b" l="l" r="r" t="t"/>
            <a:pathLst>
              <a:path extrusionOk="0" h="585216" w="2377440">
                <a:moveTo>
                  <a:pt x="0" y="146304"/>
                </a:moveTo>
                <a:lnTo>
                  <a:pt x="2084832" y="146304"/>
                </a:lnTo>
                <a:lnTo>
                  <a:pt x="2084832" y="0"/>
                </a:lnTo>
                <a:lnTo>
                  <a:pt x="2377440" y="292608"/>
                </a:lnTo>
                <a:lnTo>
                  <a:pt x="2084832" y="585216"/>
                </a:lnTo>
                <a:lnTo>
                  <a:pt x="208483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24" name="Google Shape;324;p7"/>
          <p:cNvSpPr/>
          <p:nvPr/>
        </p:nvSpPr>
        <p:spPr>
          <a:xfrm>
            <a:off x="12536424" y="1837944"/>
            <a:ext cx="2600421" cy="5445252"/>
          </a:xfrm>
          <a:custGeom>
            <a:rect b="b" l="l" r="r" t="t"/>
            <a:pathLst>
              <a:path extrusionOk="0" h="7260336" w="3467227">
                <a:moveTo>
                  <a:pt x="0" y="208026"/>
                </a:moveTo>
                <a:cubicBezTo>
                  <a:pt x="0" y="93091"/>
                  <a:pt x="93091" y="0"/>
                  <a:pt x="208026" y="0"/>
                </a:cubicBezTo>
                <a:lnTo>
                  <a:pt x="3259201" y="0"/>
                </a:lnTo>
                <a:cubicBezTo>
                  <a:pt x="3374136" y="0"/>
                  <a:pt x="3467227" y="93091"/>
                  <a:pt x="3467227" y="208026"/>
                </a:cubicBezTo>
                <a:lnTo>
                  <a:pt x="3467227" y="7052310"/>
                </a:lnTo>
                <a:cubicBezTo>
                  <a:pt x="3467227" y="7167245"/>
                  <a:pt x="3374136" y="7260336"/>
                  <a:pt x="3259201" y="7260336"/>
                </a:cubicBezTo>
                <a:lnTo>
                  <a:pt x="208026" y="7260336"/>
                </a:lnTo>
                <a:cubicBezTo>
                  <a:pt x="93091" y="7260336"/>
                  <a:pt x="0" y="7167245"/>
                  <a:pt x="0" y="7052310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explicacion.png" id="325" name="Google Shape;325;p7"/>
          <p:cNvSpPr/>
          <p:nvPr/>
        </p:nvSpPr>
        <p:spPr>
          <a:xfrm>
            <a:off x="12618720" y="1920240"/>
            <a:ext cx="2435829" cy="5280660"/>
          </a:xfrm>
          <a:custGeom>
            <a:rect b="b" l="l" r="r" t="t"/>
            <a:pathLst>
              <a:path extrusionOk="0" h="7040880" w="3247771">
                <a:moveTo>
                  <a:pt x="0" y="0"/>
                </a:moveTo>
                <a:lnTo>
                  <a:pt x="3247771" y="0"/>
                </a:lnTo>
                <a:lnTo>
                  <a:pt x="3247771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1" t="0"/>
            </a:stretch>
          </a:blipFill>
          <a:ln>
            <a:noFill/>
          </a:ln>
        </p:spPr>
      </p:sp>
      <p:sp>
        <p:nvSpPr>
          <p:cNvPr id="326" name="Google Shape;326;p7"/>
          <p:cNvSpPr txBox="1"/>
          <p:nvPr/>
        </p:nvSpPr>
        <p:spPr>
          <a:xfrm>
            <a:off x="11573480" y="8036433"/>
            <a:ext cx="4526280" cy="68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3 · Explicación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11598864" y="8668922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Pasos y concepto clave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37" name="Google Shape;337;p8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8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9" name="Google Shape;339;p8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8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341" name="Google Shape;341;p8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342" name="Google Shape;342;p8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343" name="Google Shape;343;p8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Propuesta de solución: componentes</a:t>
              </a:r>
              <a:endParaRPr/>
            </a:p>
          </p:txBody>
        </p:sp>
      </p:grpSp>
      <p:sp>
        <p:nvSpPr>
          <p:cNvPr id="344" name="Google Shape;344;p8"/>
          <p:cNvSpPr/>
          <p:nvPr/>
        </p:nvSpPr>
        <p:spPr>
          <a:xfrm>
            <a:off x="1097280" y="2194560"/>
            <a:ext cx="4526280" cy="2125980"/>
          </a:xfrm>
          <a:custGeom>
            <a:rect b="b" l="l" r="r" t="t"/>
            <a:pathLst>
              <a:path extrusionOk="0" h="2834640" w="6035040">
                <a:moveTo>
                  <a:pt x="0" y="226822"/>
                </a:moveTo>
                <a:cubicBezTo>
                  <a:pt x="0" y="101473"/>
                  <a:pt x="101473" y="0"/>
                  <a:pt x="226822" y="0"/>
                </a:cubicBezTo>
                <a:lnTo>
                  <a:pt x="5808218" y="0"/>
                </a:lnTo>
                <a:cubicBezTo>
                  <a:pt x="5933440" y="0"/>
                  <a:pt x="6035040" y="101473"/>
                  <a:pt x="6035040" y="226822"/>
                </a:cubicBezTo>
                <a:lnTo>
                  <a:pt x="6035040" y="2607818"/>
                </a:lnTo>
                <a:cubicBezTo>
                  <a:pt x="6035040" y="2733040"/>
                  <a:pt x="5933567" y="2834640"/>
                  <a:pt x="5808218" y="2834640"/>
                </a:cubicBezTo>
                <a:lnTo>
                  <a:pt x="226822" y="2834640"/>
                </a:lnTo>
                <a:cubicBezTo>
                  <a:pt x="101473" y="2834640"/>
                  <a:pt x="0" y="2733167"/>
                  <a:pt x="0" y="260781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1303020" y="250888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App Flutter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1303020" y="335089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Celular y web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6858000" y="2194560"/>
            <a:ext cx="4526280" cy="2125980"/>
          </a:xfrm>
          <a:custGeom>
            <a:rect b="b" l="l" r="r" t="t"/>
            <a:pathLst>
              <a:path extrusionOk="0" h="2834640" w="6035040">
                <a:moveTo>
                  <a:pt x="0" y="226822"/>
                </a:moveTo>
                <a:cubicBezTo>
                  <a:pt x="0" y="101473"/>
                  <a:pt x="101473" y="0"/>
                  <a:pt x="226822" y="0"/>
                </a:cubicBezTo>
                <a:lnTo>
                  <a:pt x="5808218" y="0"/>
                </a:lnTo>
                <a:cubicBezTo>
                  <a:pt x="5933440" y="0"/>
                  <a:pt x="6035040" y="101473"/>
                  <a:pt x="6035040" y="226822"/>
                </a:cubicBezTo>
                <a:lnTo>
                  <a:pt x="6035040" y="2607818"/>
                </a:lnTo>
                <a:cubicBezTo>
                  <a:pt x="6035040" y="2733040"/>
                  <a:pt x="5933567" y="2834640"/>
                  <a:pt x="5808218" y="2834640"/>
                </a:cubicBezTo>
                <a:lnTo>
                  <a:pt x="226822" y="2834640"/>
                </a:lnTo>
                <a:cubicBezTo>
                  <a:pt x="101473" y="2834640"/>
                  <a:pt x="0" y="2733167"/>
                  <a:pt x="0" y="2607818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7063740" y="250888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FastAPI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7063740" y="335089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Desplegada en Vercel</a:t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12618720" y="2194560"/>
            <a:ext cx="4526280" cy="2125980"/>
          </a:xfrm>
          <a:custGeom>
            <a:rect b="b" l="l" r="r" t="t"/>
            <a:pathLst>
              <a:path extrusionOk="0" h="2834640" w="6035040">
                <a:moveTo>
                  <a:pt x="0" y="226822"/>
                </a:moveTo>
                <a:cubicBezTo>
                  <a:pt x="0" y="101473"/>
                  <a:pt x="101473" y="0"/>
                  <a:pt x="226822" y="0"/>
                </a:cubicBezTo>
                <a:lnTo>
                  <a:pt x="5808218" y="0"/>
                </a:lnTo>
                <a:cubicBezTo>
                  <a:pt x="5933440" y="0"/>
                  <a:pt x="6035040" y="101473"/>
                  <a:pt x="6035040" y="226822"/>
                </a:cubicBezTo>
                <a:lnTo>
                  <a:pt x="6035040" y="2607818"/>
                </a:lnTo>
                <a:cubicBezTo>
                  <a:pt x="6035040" y="2733040"/>
                  <a:pt x="5933567" y="2834640"/>
                  <a:pt x="5808218" y="2834640"/>
                </a:cubicBezTo>
                <a:lnTo>
                  <a:pt x="226822" y="2834640"/>
                </a:lnTo>
                <a:cubicBezTo>
                  <a:pt x="101473" y="2834640"/>
                  <a:pt x="0" y="2733167"/>
                  <a:pt x="0" y="260781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 txBox="1"/>
          <p:nvPr/>
        </p:nvSpPr>
        <p:spPr>
          <a:xfrm>
            <a:off x="12824460" y="250888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  <a:endParaRPr/>
          </a:p>
        </p:txBody>
      </p:sp>
      <p:sp>
        <p:nvSpPr>
          <p:cNvPr id="352" name="Google Shape;352;p8"/>
          <p:cNvSpPr txBox="1"/>
          <p:nvPr/>
        </p:nvSpPr>
        <p:spPr>
          <a:xfrm>
            <a:off x="12824460" y="335089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6858000" y="5143500"/>
            <a:ext cx="4526280" cy="1988820"/>
          </a:xfrm>
          <a:custGeom>
            <a:rect b="b" l="l" r="r" t="t"/>
            <a:pathLst>
              <a:path extrusionOk="0" h="2651760" w="6035040">
                <a:moveTo>
                  <a:pt x="0" y="212090"/>
                </a:moveTo>
                <a:cubicBezTo>
                  <a:pt x="0" y="94996"/>
                  <a:pt x="94996" y="0"/>
                  <a:pt x="212090" y="0"/>
                </a:cubicBezTo>
                <a:lnTo>
                  <a:pt x="5822950" y="0"/>
                </a:lnTo>
                <a:cubicBezTo>
                  <a:pt x="5940171" y="0"/>
                  <a:pt x="6035040" y="94996"/>
                  <a:pt x="6035040" y="212090"/>
                </a:cubicBezTo>
                <a:lnTo>
                  <a:pt x="6035040" y="2439670"/>
                </a:lnTo>
                <a:cubicBezTo>
                  <a:pt x="6035040" y="2556891"/>
                  <a:pt x="5940044" y="2651760"/>
                  <a:pt x="5822950" y="2651760"/>
                </a:cubicBezTo>
                <a:lnTo>
                  <a:pt x="212090" y="2651760"/>
                </a:lnTo>
                <a:cubicBezTo>
                  <a:pt x="94996" y="2651760"/>
                  <a:pt x="0" y="2556764"/>
                  <a:pt x="0" y="243967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7063740" y="5457825"/>
            <a:ext cx="41148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Firebase Auth</a:t>
            </a:r>
            <a:endParaRPr/>
          </a:p>
        </p:txBody>
      </p:sp>
      <p:sp>
        <p:nvSpPr>
          <p:cNvPr id="355" name="Google Shape;355;p8"/>
          <p:cNvSpPr txBox="1"/>
          <p:nvPr/>
        </p:nvSpPr>
        <p:spPr>
          <a:xfrm>
            <a:off x="7063740" y="6299835"/>
            <a:ext cx="411480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Inicio de sesión</a:t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5760720" y="3017520"/>
            <a:ext cx="960120" cy="438912"/>
          </a:xfrm>
          <a:custGeom>
            <a:rect b="b" l="l" r="r" t="t"/>
            <a:pathLst>
              <a:path extrusionOk="0" h="585216" w="1280160">
                <a:moveTo>
                  <a:pt x="0" y="146304"/>
                </a:moveTo>
                <a:lnTo>
                  <a:pt x="987552" y="146304"/>
                </a:lnTo>
                <a:lnTo>
                  <a:pt x="987552" y="0"/>
                </a:lnTo>
                <a:lnTo>
                  <a:pt x="1280160" y="292608"/>
                </a:lnTo>
                <a:lnTo>
                  <a:pt x="987552" y="585216"/>
                </a:lnTo>
                <a:lnTo>
                  <a:pt x="98755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11521440" y="3017520"/>
            <a:ext cx="960120" cy="438912"/>
          </a:xfrm>
          <a:custGeom>
            <a:rect b="b" l="l" r="r" t="t"/>
            <a:pathLst>
              <a:path extrusionOk="0" h="585216" w="1280160">
                <a:moveTo>
                  <a:pt x="0" y="146304"/>
                </a:moveTo>
                <a:lnTo>
                  <a:pt x="987552" y="146304"/>
                </a:lnTo>
                <a:lnTo>
                  <a:pt x="987552" y="0"/>
                </a:lnTo>
                <a:lnTo>
                  <a:pt x="1280160" y="292608"/>
                </a:lnTo>
                <a:lnTo>
                  <a:pt x="987552" y="585216"/>
                </a:lnTo>
                <a:lnTo>
                  <a:pt x="987552" y="438912"/>
                </a:lnTo>
                <a:lnTo>
                  <a:pt x="0" y="438912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cxnSp>
        <p:nvCxnSpPr>
          <p:cNvPr id="358" name="Google Shape;358;p8"/>
          <p:cNvCxnSpPr/>
          <p:nvPr/>
        </p:nvCxnSpPr>
        <p:spPr>
          <a:xfrm rot="5262540">
            <a:off x="8763667" y="4722495"/>
            <a:ext cx="714946" cy="0"/>
          </a:xfrm>
          <a:prstGeom prst="straightConnector1">
            <a:avLst/>
          </a:prstGeom>
          <a:noFill/>
          <a:ln cap="rnd" cmpd="sng" w="19050">
            <a:solidFill>
              <a:srgbClr val="3E4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8"/>
          <p:cNvSpPr txBox="1"/>
          <p:nvPr/>
        </p:nvSpPr>
        <p:spPr>
          <a:xfrm>
            <a:off x="9326880" y="4438650"/>
            <a:ext cx="356616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verifica el token</a:t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1087755" y="7602855"/>
            <a:ext cx="5162550" cy="1116330"/>
          </a:xfrm>
          <a:custGeom>
            <a:rect b="b" l="l" r="r" t="t"/>
            <a:pathLst>
              <a:path extrusionOk="0" h="1488440" w="688340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lnTo>
                  <a:pt x="6139180" y="0"/>
                </a:lnTo>
                <a:cubicBezTo>
                  <a:pt x="6550152" y="0"/>
                  <a:pt x="6883400" y="333248"/>
                  <a:pt x="6883400" y="744220"/>
                </a:cubicBezTo>
                <a:cubicBezTo>
                  <a:pt x="6883400" y="1155192"/>
                  <a:pt x="6550152" y="1488440"/>
                  <a:pt x="6139180" y="1488440"/>
                </a:cubicBezTo>
                <a:lnTo>
                  <a:pt x="744220" y="1488440"/>
                </a:ln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" name="Google Shape;361;p8"/>
          <p:cNvGrpSpPr/>
          <p:nvPr/>
        </p:nvGrpSpPr>
        <p:grpSpPr>
          <a:xfrm>
            <a:off x="1097280" y="7598092"/>
            <a:ext cx="5143500" cy="1111568"/>
            <a:chOff x="0" y="-19050"/>
            <a:chExt cx="6858000" cy="1482090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6858000" cy="1463040"/>
            </a:xfrm>
            <a:custGeom>
              <a:rect b="b" l="l" r="r" t="t"/>
              <a:pathLst>
                <a:path extrusionOk="0" h="14630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41338" l="0" r="0" t="-41338"/>
              </a:stretch>
            </a:blipFill>
            <a:ln>
              <a:noFill/>
            </a:ln>
          </p:spPr>
        </p:sp>
        <p:sp>
          <p:nvSpPr>
            <p:cNvPr id="363" name="Google Shape;363;p8"/>
            <p:cNvSpPr txBox="1"/>
            <p:nvPr/>
          </p:nvSpPr>
          <p:spPr>
            <a:xfrm>
              <a:off x="0" y="-19050"/>
              <a:ext cx="685800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Docker Compose</a:t>
              </a:r>
              <a:endParaRPr/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6505575" y="7602855"/>
            <a:ext cx="5162550" cy="1116330"/>
          </a:xfrm>
          <a:custGeom>
            <a:rect b="b" l="l" r="r" t="t"/>
            <a:pathLst>
              <a:path extrusionOk="0" h="1488440" w="688340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lnTo>
                  <a:pt x="6139180" y="0"/>
                </a:lnTo>
                <a:cubicBezTo>
                  <a:pt x="6550152" y="0"/>
                  <a:pt x="6883400" y="333248"/>
                  <a:pt x="6883400" y="744220"/>
                </a:cubicBezTo>
                <a:cubicBezTo>
                  <a:pt x="6883400" y="1155192"/>
                  <a:pt x="6550152" y="1488440"/>
                  <a:pt x="6139180" y="1488440"/>
                </a:cubicBezTo>
                <a:lnTo>
                  <a:pt x="744220" y="1488440"/>
                </a:ln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8"/>
          <p:cNvGrpSpPr/>
          <p:nvPr/>
        </p:nvGrpSpPr>
        <p:grpSpPr>
          <a:xfrm>
            <a:off x="6515100" y="7598092"/>
            <a:ext cx="5143500" cy="1111568"/>
            <a:chOff x="0" y="-19050"/>
            <a:chExt cx="6858000" cy="1482090"/>
          </a:xfrm>
        </p:grpSpPr>
        <p:sp>
          <p:nvSpPr>
            <p:cNvPr id="366" name="Google Shape;366;p8"/>
            <p:cNvSpPr/>
            <p:nvPr/>
          </p:nvSpPr>
          <p:spPr>
            <a:xfrm>
              <a:off x="0" y="0"/>
              <a:ext cx="6858000" cy="1463040"/>
            </a:xfrm>
            <a:custGeom>
              <a:rect b="b" l="l" r="r" t="t"/>
              <a:pathLst>
                <a:path extrusionOk="0" h="14630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41338" l="0" r="0" t="-41338"/>
              </a:stretch>
            </a:blipFill>
            <a:ln>
              <a:noFill/>
            </a:ln>
          </p:spPr>
        </p:sp>
        <p:sp>
          <p:nvSpPr>
            <p:cNvPr id="367" name="Google Shape;367;p8"/>
            <p:cNvSpPr txBox="1"/>
            <p:nvPr/>
          </p:nvSpPr>
          <p:spPr>
            <a:xfrm>
              <a:off x="0" y="-19050"/>
              <a:ext cx="685800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Pruebas automáticas</a:t>
              </a:r>
              <a:endParaRPr/>
            </a:p>
          </p:txBody>
        </p:sp>
      </p:grpSp>
      <p:sp>
        <p:nvSpPr>
          <p:cNvPr id="368" name="Google Shape;368;p8"/>
          <p:cNvSpPr/>
          <p:nvPr/>
        </p:nvSpPr>
        <p:spPr>
          <a:xfrm>
            <a:off x="11923395" y="7602855"/>
            <a:ext cx="5162550" cy="1116330"/>
          </a:xfrm>
          <a:custGeom>
            <a:rect b="b" l="l" r="r" t="t"/>
            <a:pathLst>
              <a:path extrusionOk="0" h="1488440" w="6883400">
                <a:moveTo>
                  <a:pt x="0" y="744220"/>
                </a:moveTo>
                <a:cubicBezTo>
                  <a:pt x="0" y="333248"/>
                  <a:pt x="333248" y="0"/>
                  <a:pt x="744220" y="0"/>
                </a:cubicBezTo>
                <a:lnTo>
                  <a:pt x="6139180" y="0"/>
                </a:lnTo>
                <a:cubicBezTo>
                  <a:pt x="6550152" y="0"/>
                  <a:pt x="6883400" y="333248"/>
                  <a:pt x="6883400" y="744220"/>
                </a:cubicBezTo>
                <a:cubicBezTo>
                  <a:pt x="6883400" y="1155192"/>
                  <a:pt x="6550152" y="1488440"/>
                  <a:pt x="6139180" y="1488440"/>
                </a:cubicBezTo>
                <a:lnTo>
                  <a:pt x="744220" y="1488440"/>
                </a:lnTo>
                <a:cubicBezTo>
                  <a:pt x="333248" y="1488440"/>
                  <a:pt x="0" y="1155192"/>
                  <a:pt x="0" y="74422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9" name="Google Shape;369;p8"/>
          <p:cNvGrpSpPr/>
          <p:nvPr/>
        </p:nvGrpSpPr>
        <p:grpSpPr>
          <a:xfrm>
            <a:off x="11932920" y="7598092"/>
            <a:ext cx="5143500" cy="1111568"/>
            <a:chOff x="0" y="-19050"/>
            <a:chExt cx="6858000" cy="148209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6858000" cy="1463040"/>
            </a:xfrm>
            <a:custGeom>
              <a:rect b="b" l="l" r="r" t="t"/>
              <a:pathLst>
                <a:path extrusionOk="0" h="146304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41338" l="0" r="0" t="-41338"/>
              </a:stretch>
            </a:blipFill>
            <a:ln>
              <a:noFill/>
            </a:ln>
          </p:spPr>
        </p:sp>
        <p:sp>
          <p:nvSpPr>
            <p:cNvPr id="371" name="Google Shape;371;p8"/>
            <p:cNvSpPr txBox="1"/>
            <p:nvPr/>
          </p:nvSpPr>
          <p:spPr>
            <a:xfrm>
              <a:off x="0" y="-19050"/>
              <a:ext cx="685800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GitHub con revisión de PR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381" name="Google Shape;381;p9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9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3" name="Google Shape;383;p9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9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385" name="Google Shape;385;p9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386" name="Google Shape;386;p9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387" name="Google Shape;387;p9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Resultados: reglas del negocio en producción</a:t>
              </a:r>
              <a:endParaRPr/>
            </a:p>
          </p:txBody>
        </p:sp>
      </p:grpSp>
      <p:sp>
        <p:nvSpPr>
          <p:cNvPr id="388" name="Google Shape;388;p9"/>
          <p:cNvSpPr/>
          <p:nvPr/>
        </p:nvSpPr>
        <p:spPr>
          <a:xfrm>
            <a:off x="1097280" y="2057400"/>
            <a:ext cx="10835640" cy="2057400"/>
          </a:xfrm>
          <a:custGeom>
            <a:rect b="b" l="l" r="r" t="t"/>
            <a:pathLst>
              <a:path extrusionOk="0" h="2743200" w="1444752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14228063" y="0"/>
                </a:lnTo>
                <a:cubicBezTo>
                  <a:pt x="14349222" y="0"/>
                  <a:pt x="14447520" y="98298"/>
                  <a:pt x="14447520" y="219456"/>
                </a:cubicBezTo>
                <a:lnTo>
                  <a:pt x="14447520" y="2523744"/>
                </a:lnTo>
                <a:cubicBezTo>
                  <a:pt x="14447520" y="2644902"/>
                  <a:pt x="14349222" y="2743200"/>
                  <a:pt x="14228063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" name="Google Shape;389;p9"/>
          <p:cNvGrpSpPr/>
          <p:nvPr/>
        </p:nvGrpSpPr>
        <p:grpSpPr>
          <a:xfrm>
            <a:off x="1440180" y="2550605"/>
            <a:ext cx="1042416" cy="1056704"/>
            <a:chOff x="0" y="-19050"/>
            <a:chExt cx="1389888" cy="1408938"/>
          </a:xfrm>
        </p:grpSpPr>
        <p:sp>
          <p:nvSpPr>
            <p:cNvPr id="390" name="Google Shape;390;p9"/>
            <p:cNvSpPr/>
            <p:nvPr/>
          </p:nvSpPr>
          <p:spPr>
            <a:xfrm>
              <a:off x="0" y="0"/>
              <a:ext cx="1389888" cy="1389888"/>
            </a:xfrm>
            <a:custGeom>
              <a:rect b="b" l="l" r="r" t="t"/>
              <a:pathLst>
                <a:path extrusionOk="0" h="1389888" w="1389888">
                  <a:moveTo>
                    <a:pt x="0" y="694944"/>
                  </a:moveTo>
                  <a:cubicBezTo>
                    <a:pt x="0" y="311150"/>
                    <a:pt x="311150" y="0"/>
                    <a:pt x="694944" y="0"/>
                  </a:cubicBezTo>
                  <a:cubicBezTo>
                    <a:pt x="1078738" y="0"/>
                    <a:pt x="1389888" y="311150"/>
                    <a:pt x="1389888" y="694944"/>
                  </a:cubicBezTo>
                  <a:cubicBezTo>
                    <a:pt x="1389888" y="1078738"/>
                    <a:pt x="1078738" y="1389888"/>
                    <a:pt x="694944" y="1389888"/>
                  </a:cubicBezTo>
                  <a:cubicBezTo>
                    <a:pt x="311150" y="1389888"/>
                    <a:pt x="0" y="1078738"/>
                    <a:pt x="0" y="694944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 txBox="1"/>
            <p:nvPr/>
          </p:nvSpPr>
          <p:spPr>
            <a:xfrm>
              <a:off x="0" y="-19050"/>
              <a:ext cx="1389888" cy="14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392" name="Google Shape;392;p9"/>
          <p:cNvSpPr txBox="1"/>
          <p:nvPr/>
        </p:nvSpPr>
        <p:spPr>
          <a:xfrm>
            <a:off x="2811780" y="2216658"/>
            <a:ext cx="88468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/>
          </a:p>
        </p:txBody>
      </p:sp>
      <p:sp>
        <p:nvSpPr>
          <p:cNvPr id="393" name="Google Shape;393;p9"/>
          <p:cNvSpPr txBox="1"/>
          <p:nvPr/>
        </p:nvSpPr>
        <p:spPr>
          <a:xfrm>
            <a:off x="2811780" y="2861310"/>
            <a:ext cx="884682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La respuesta correcta y la explicación no viajan antes de responder</a:t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1097280" y="4361688"/>
            <a:ext cx="10835640" cy="2057400"/>
          </a:xfrm>
          <a:custGeom>
            <a:rect b="b" l="l" r="r" t="t"/>
            <a:pathLst>
              <a:path extrusionOk="0" h="2743200" w="1444752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14228063" y="0"/>
                </a:lnTo>
                <a:cubicBezTo>
                  <a:pt x="14349222" y="0"/>
                  <a:pt x="14447520" y="98298"/>
                  <a:pt x="14447520" y="219456"/>
                </a:cubicBezTo>
                <a:lnTo>
                  <a:pt x="14447520" y="2523744"/>
                </a:lnTo>
                <a:cubicBezTo>
                  <a:pt x="14447520" y="2644902"/>
                  <a:pt x="14349222" y="2743200"/>
                  <a:pt x="14228063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9"/>
          <p:cNvGrpSpPr/>
          <p:nvPr/>
        </p:nvGrpSpPr>
        <p:grpSpPr>
          <a:xfrm>
            <a:off x="1440180" y="4854893"/>
            <a:ext cx="1042416" cy="1056704"/>
            <a:chOff x="0" y="-19050"/>
            <a:chExt cx="1389888" cy="1408938"/>
          </a:xfrm>
        </p:grpSpPr>
        <p:sp>
          <p:nvSpPr>
            <p:cNvPr id="396" name="Google Shape;396;p9"/>
            <p:cNvSpPr/>
            <p:nvPr/>
          </p:nvSpPr>
          <p:spPr>
            <a:xfrm>
              <a:off x="0" y="0"/>
              <a:ext cx="1389888" cy="1389888"/>
            </a:xfrm>
            <a:custGeom>
              <a:rect b="b" l="l" r="r" t="t"/>
              <a:pathLst>
                <a:path extrusionOk="0" h="1389888" w="1389888">
                  <a:moveTo>
                    <a:pt x="0" y="694944"/>
                  </a:moveTo>
                  <a:cubicBezTo>
                    <a:pt x="0" y="311150"/>
                    <a:pt x="311150" y="0"/>
                    <a:pt x="694944" y="0"/>
                  </a:cubicBezTo>
                  <a:cubicBezTo>
                    <a:pt x="1078738" y="0"/>
                    <a:pt x="1389888" y="311150"/>
                    <a:pt x="1389888" y="694944"/>
                  </a:cubicBezTo>
                  <a:cubicBezTo>
                    <a:pt x="1389888" y="1078738"/>
                    <a:pt x="1078738" y="1389888"/>
                    <a:pt x="694944" y="1389888"/>
                  </a:cubicBezTo>
                  <a:cubicBezTo>
                    <a:pt x="311150" y="1389888"/>
                    <a:pt x="0" y="1078738"/>
                    <a:pt x="0" y="694944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9"/>
            <p:cNvSpPr txBox="1"/>
            <p:nvPr/>
          </p:nvSpPr>
          <p:spPr>
            <a:xfrm>
              <a:off x="0" y="-19050"/>
              <a:ext cx="1389888" cy="14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98" name="Google Shape;398;p9"/>
          <p:cNvSpPr txBox="1"/>
          <p:nvPr/>
        </p:nvSpPr>
        <p:spPr>
          <a:xfrm>
            <a:off x="2811780" y="4520946"/>
            <a:ext cx="88468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Cuota diaria</a:t>
            </a:r>
            <a:endParaRPr/>
          </a:p>
        </p:txBody>
      </p:sp>
      <p:sp>
        <p:nvSpPr>
          <p:cNvPr id="399" name="Google Shape;399;p9"/>
          <p:cNvSpPr txBox="1"/>
          <p:nvPr/>
        </p:nvSpPr>
        <p:spPr>
          <a:xfrm>
            <a:off x="2811780" y="5165598"/>
            <a:ext cx="884682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10 base + 5 por colegio + 5 por región, con tope de 20</a:t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1097280" y="6665976"/>
            <a:ext cx="10835640" cy="2057400"/>
          </a:xfrm>
          <a:custGeom>
            <a:rect b="b" l="l" r="r" t="t"/>
            <a:pathLst>
              <a:path extrusionOk="0" h="2743200" w="14447520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14228063" y="0"/>
                </a:lnTo>
                <a:cubicBezTo>
                  <a:pt x="14349222" y="0"/>
                  <a:pt x="14447520" y="98298"/>
                  <a:pt x="14447520" y="219456"/>
                </a:cubicBezTo>
                <a:lnTo>
                  <a:pt x="14447520" y="2523744"/>
                </a:lnTo>
                <a:cubicBezTo>
                  <a:pt x="14447520" y="2644902"/>
                  <a:pt x="14349222" y="2743200"/>
                  <a:pt x="14228063" y="2743200"/>
                </a:cubicBezTo>
                <a:lnTo>
                  <a:pt x="219456" y="2743200"/>
                </a:lnTo>
                <a:cubicBezTo>
                  <a:pt x="98298" y="2743200"/>
                  <a:pt x="0" y="2644902"/>
                  <a:pt x="0" y="2523744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9"/>
          <p:cNvGrpSpPr/>
          <p:nvPr/>
        </p:nvGrpSpPr>
        <p:grpSpPr>
          <a:xfrm>
            <a:off x="1440180" y="7159180"/>
            <a:ext cx="1042416" cy="1056704"/>
            <a:chOff x="0" y="-19050"/>
            <a:chExt cx="1389888" cy="1408938"/>
          </a:xfrm>
        </p:grpSpPr>
        <p:sp>
          <p:nvSpPr>
            <p:cNvPr id="402" name="Google Shape;402;p9"/>
            <p:cNvSpPr/>
            <p:nvPr/>
          </p:nvSpPr>
          <p:spPr>
            <a:xfrm>
              <a:off x="0" y="0"/>
              <a:ext cx="1389888" cy="1389888"/>
            </a:xfrm>
            <a:custGeom>
              <a:rect b="b" l="l" r="r" t="t"/>
              <a:pathLst>
                <a:path extrusionOk="0" h="1389888" w="1389888">
                  <a:moveTo>
                    <a:pt x="0" y="694944"/>
                  </a:moveTo>
                  <a:cubicBezTo>
                    <a:pt x="0" y="311150"/>
                    <a:pt x="311150" y="0"/>
                    <a:pt x="694944" y="0"/>
                  </a:cubicBezTo>
                  <a:cubicBezTo>
                    <a:pt x="1078738" y="0"/>
                    <a:pt x="1389888" y="311150"/>
                    <a:pt x="1389888" y="694944"/>
                  </a:cubicBezTo>
                  <a:cubicBezTo>
                    <a:pt x="1389888" y="1078738"/>
                    <a:pt x="1078738" y="1389888"/>
                    <a:pt x="694944" y="1389888"/>
                  </a:cubicBezTo>
                  <a:cubicBezTo>
                    <a:pt x="311150" y="1389888"/>
                    <a:pt x="0" y="1078738"/>
                    <a:pt x="0" y="694944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9"/>
            <p:cNvSpPr txBox="1"/>
            <p:nvPr/>
          </p:nvSpPr>
          <p:spPr>
            <a:xfrm>
              <a:off x="0" y="-19050"/>
              <a:ext cx="1389888" cy="14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04" name="Google Shape;404;p9"/>
          <p:cNvSpPr txBox="1"/>
          <p:nvPr/>
        </p:nvSpPr>
        <p:spPr>
          <a:xfrm>
            <a:off x="2811780" y="6825234"/>
            <a:ext cx="88468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Plan del estudiante</a:t>
            </a:r>
            <a:endParaRPr/>
          </a:p>
        </p:txBody>
      </p:sp>
      <p:sp>
        <p:nvSpPr>
          <p:cNvPr id="405" name="Google Shape;405;p9"/>
          <p:cNvSpPr txBox="1"/>
          <p:nvPr/>
        </p:nvSpPr>
        <p:spPr>
          <a:xfrm>
            <a:off x="2811780" y="7469886"/>
            <a:ext cx="88468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Facsímil solo con plan pagado y 4 niveles de dificultad</a:t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12879324" y="1906524"/>
            <a:ext cx="3264789" cy="6885432"/>
          </a:xfrm>
          <a:custGeom>
            <a:rect b="b" l="l" r="r" t="t"/>
            <a:pathLst>
              <a:path extrusionOk="0" h="9180576" w="4353052">
                <a:moveTo>
                  <a:pt x="0" y="261239"/>
                </a:moveTo>
                <a:cubicBezTo>
                  <a:pt x="0" y="116967"/>
                  <a:pt x="116967" y="0"/>
                  <a:pt x="261239" y="0"/>
                </a:cubicBezTo>
                <a:lnTo>
                  <a:pt x="4091813" y="0"/>
                </a:lnTo>
                <a:cubicBezTo>
                  <a:pt x="4236085" y="0"/>
                  <a:pt x="4353052" y="116967"/>
                  <a:pt x="4353052" y="261239"/>
                </a:cubicBezTo>
                <a:lnTo>
                  <a:pt x="4353052" y="8919337"/>
                </a:lnTo>
                <a:cubicBezTo>
                  <a:pt x="4353052" y="9063609"/>
                  <a:pt x="4236085" y="9180576"/>
                  <a:pt x="4091813" y="9180576"/>
                </a:cubicBezTo>
                <a:lnTo>
                  <a:pt x="261239" y="9180576"/>
                </a:lnTo>
                <a:cubicBezTo>
                  <a:pt x="116967" y="9180576"/>
                  <a:pt x="0" y="9063609"/>
                  <a:pt x="0" y="8919337"/>
                </a:cubicBez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facsimil.png" id="407" name="Google Shape;407;p9"/>
          <p:cNvSpPr/>
          <p:nvPr/>
        </p:nvSpPr>
        <p:spPr>
          <a:xfrm>
            <a:off x="12961620" y="1988820"/>
            <a:ext cx="3100102" cy="6720840"/>
          </a:xfrm>
          <a:custGeom>
            <a:rect b="b" l="l" r="r" t="t"/>
            <a:pathLst>
              <a:path extrusionOk="0" h="8961120" w="4133469">
                <a:moveTo>
                  <a:pt x="0" y="0"/>
                </a:moveTo>
                <a:lnTo>
                  <a:pt x="4133469" y="0"/>
                </a:lnTo>
                <a:lnTo>
                  <a:pt x="4133469" y="8961120"/>
                </a:lnTo>
                <a:lnTo>
                  <a:pt x="0" y="8961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417" name="Google Shape;417;p10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p10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9" name="Google Shape;419;p10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10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421" name="Google Shape;421;p10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422" name="Google Shape;422;p10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423" name="Google Shape;423;p10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Resultados: calidad verificada en producción</a:t>
              </a:r>
              <a:endParaRPr/>
            </a:p>
          </p:txBody>
        </p:sp>
      </p:grpSp>
      <p:sp>
        <p:nvSpPr>
          <p:cNvPr id="424" name="Google Shape;424;p10"/>
          <p:cNvSpPr/>
          <p:nvPr/>
        </p:nvSpPr>
        <p:spPr>
          <a:xfrm>
            <a:off x="1097280" y="2057400"/>
            <a:ext cx="5143500" cy="3429000"/>
          </a:xfrm>
          <a:custGeom>
            <a:rect b="b" l="l" r="r" t="t"/>
            <a:pathLst>
              <a:path extrusionOk="0" h="4572000" w="685800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lnTo>
                  <a:pt x="6492240" y="0"/>
                </a:lnTo>
                <a:cubicBezTo>
                  <a:pt x="6694297" y="0"/>
                  <a:pt x="6858000" y="163703"/>
                  <a:pt x="6858000" y="365760"/>
                </a:cubicBezTo>
                <a:lnTo>
                  <a:pt x="6858000" y="4206240"/>
                </a:lnTo>
                <a:cubicBezTo>
                  <a:pt x="6858000" y="4408297"/>
                  <a:pt x="6694297" y="4572000"/>
                  <a:pt x="6492240" y="4572000"/>
                </a:cubicBezTo>
                <a:lnTo>
                  <a:pt x="365760" y="4572000"/>
                </a:lnTo>
                <a:cubicBezTo>
                  <a:pt x="163703" y="4572000"/>
                  <a:pt x="0" y="4408297"/>
                  <a:pt x="0" y="420624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 txBox="1"/>
          <p:nvPr/>
        </p:nvSpPr>
        <p:spPr>
          <a:xfrm>
            <a:off x="1508760" y="2193417"/>
            <a:ext cx="438912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8 / 8</a:t>
            </a:r>
            <a:endParaRPr/>
          </a:p>
        </p:txBody>
      </p:sp>
      <p:sp>
        <p:nvSpPr>
          <p:cNvPr id="426" name="Google Shape;426;p10"/>
          <p:cNvSpPr txBox="1"/>
          <p:nvPr/>
        </p:nvSpPr>
        <p:spPr>
          <a:xfrm>
            <a:off x="1508760" y="3684270"/>
            <a:ext cx="43891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Entrega 1</a:t>
            </a:r>
            <a:endParaRPr/>
          </a:p>
        </p:txBody>
      </p:sp>
      <p:sp>
        <p:nvSpPr>
          <p:cNvPr id="427" name="Google Shape;427;p10"/>
          <p:cNvSpPr txBox="1"/>
          <p:nvPr/>
        </p:nvSpPr>
        <p:spPr>
          <a:xfrm>
            <a:off x="1508760" y="4379595"/>
            <a:ext cx="438912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pasos aprobados · 29/09</a:t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515100" y="2057400"/>
            <a:ext cx="5143500" cy="3429000"/>
          </a:xfrm>
          <a:custGeom>
            <a:rect b="b" l="l" r="r" t="t"/>
            <a:pathLst>
              <a:path extrusionOk="0" h="4572000" w="685800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lnTo>
                  <a:pt x="6492240" y="0"/>
                </a:lnTo>
                <a:cubicBezTo>
                  <a:pt x="6694297" y="0"/>
                  <a:pt x="6858000" y="163703"/>
                  <a:pt x="6858000" y="365760"/>
                </a:cubicBezTo>
                <a:lnTo>
                  <a:pt x="6858000" y="4206240"/>
                </a:lnTo>
                <a:cubicBezTo>
                  <a:pt x="6858000" y="4408297"/>
                  <a:pt x="6694297" y="4572000"/>
                  <a:pt x="6492240" y="4572000"/>
                </a:cubicBezTo>
                <a:lnTo>
                  <a:pt x="365760" y="4572000"/>
                </a:lnTo>
                <a:cubicBezTo>
                  <a:pt x="163703" y="4572000"/>
                  <a:pt x="0" y="4408297"/>
                  <a:pt x="0" y="4206240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 txBox="1"/>
          <p:nvPr/>
        </p:nvSpPr>
        <p:spPr>
          <a:xfrm>
            <a:off x="6926580" y="2193417"/>
            <a:ext cx="438912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9 / 11</a:t>
            </a:r>
            <a:endParaRPr/>
          </a:p>
        </p:txBody>
      </p:sp>
      <p:sp>
        <p:nvSpPr>
          <p:cNvPr id="430" name="Google Shape;430;p10"/>
          <p:cNvSpPr txBox="1"/>
          <p:nvPr/>
        </p:nvSpPr>
        <p:spPr>
          <a:xfrm>
            <a:off x="6926580" y="3684270"/>
            <a:ext cx="43891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Iteración 4</a:t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6926580" y="4379595"/>
            <a:ext cx="438912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pasos aprobados · 05/10</a:t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11932920" y="2057400"/>
            <a:ext cx="5143500" cy="3429000"/>
          </a:xfrm>
          <a:custGeom>
            <a:rect b="b" l="l" r="r" t="t"/>
            <a:pathLst>
              <a:path extrusionOk="0" h="4572000" w="6858000">
                <a:moveTo>
                  <a:pt x="0" y="365760"/>
                </a:moveTo>
                <a:cubicBezTo>
                  <a:pt x="0" y="163703"/>
                  <a:pt x="163703" y="0"/>
                  <a:pt x="365760" y="0"/>
                </a:cubicBezTo>
                <a:lnTo>
                  <a:pt x="6492240" y="0"/>
                </a:lnTo>
                <a:cubicBezTo>
                  <a:pt x="6694297" y="0"/>
                  <a:pt x="6858000" y="163703"/>
                  <a:pt x="6858000" y="365760"/>
                </a:cubicBezTo>
                <a:lnTo>
                  <a:pt x="6858000" y="4206240"/>
                </a:lnTo>
                <a:cubicBezTo>
                  <a:pt x="6858000" y="4408297"/>
                  <a:pt x="6694297" y="4572000"/>
                  <a:pt x="6492240" y="4572000"/>
                </a:cubicBezTo>
                <a:lnTo>
                  <a:pt x="365760" y="4572000"/>
                </a:lnTo>
                <a:cubicBezTo>
                  <a:pt x="163703" y="4572000"/>
                  <a:pt x="0" y="4408297"/>
                  <a:pt x="0" y="4206240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 txBox="1"/>
          <p:nvPr/>
        </p:nvSpPr>
        <p:spPr>
          <a:xfrm>
            <a:off x="12344400" y="2193417"/>
            <a:ext cx="438912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 / 16</a:t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12344400" y="3684270"/>
            <a:ext cx="438912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Iteración 5, sin fallas</a:t>
            </a:r>
            <a:endParaRPr/>
          </a:p>
        </p:txBody>
      </p:sp>
      <p:sp>
        <p:nvSpPr>
          <p:cNvPr id="435" name="Google Shape;435;p10"/>
          <p:cNvSpPr txBox="1"/>
          <p:nvPr/>
        </p:nvSpPr>
        <p:spPr>
          <a:xfrm>
            <a:off x="12344400" y="4379595"/>
            <a:ext cx="438912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pasos aprobados · 10/10</a:t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1087755" y="5888355"/>
            <a:ext cx="7905750" cy="2830830"/>
          </a:xfrm>
          <a:custGeom>
            <a:rect b="b" l="l" r="r" t="t"/>
            <a:pathLst>
              <a:path extrusionOk="0" h="3774440" w="10541000">
                <a:moveTo>
                  <a:pt x="0" y="302006"/>
                </a:moveTo>
                <a:cubicBezTo>
                  <a:pt x="0" y="135128"/>
                  <a:pt x="135128" y="0"/>
                  <a:pt x="302006" y="0"/>
                </a:cubicBezTo>
                <a:lnTo>
                  <a:pt x="10238994" y="0"/>
                </a:lnTo>
                <a:cubicBezTo>
                  <a:pt x="10405872" y="0"/>
                  <a:pt x="10541000" y="135128"/>
                  <a:pt x="10541000" y="302006"/>
                </a:cubicBezTo>
                <a:lnTo>
                  <a:pt x="10541000" y="3472434"/>
                </a:lnTo>
                <a:cubicBezTo>
                  <a:pt x="10541000" y="3639185"/>
                  <a:pt x="10405872" y="3774440"/>
                  <a:pt x="10238994" y="3774440"/>
                </a:cubicBezTo>
                <a:lnTo>
                  <a:pt x="302006" y="3774440"/>
                </a:lnTo>
                <a:cubicBezTo>
                  <a:pt x="135128" y="3774440"/>
                  <a:pt x="0" y="3639185"/>
                  <a:pt x="0" y="34724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 txBox="1"/>
          <p:nvPr/>
        </p:nvSpPr>
        <p:spPr>
          <a:xfrm>
            <a:off x="1440180" y="6143625"/>
            <a:ext cx="20574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00" u="none" cap="none" strike="noStrike">
                <a:solidFill>
                  <a:srgbClr val="FEB619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3566160" y="6089333"/>
            <a:ext cx="5212080" cy="2414588"/>
            <a:chOff x="0" y="-19050"/>
            <a:chExt cx="6949440" cy="3219450"/>
          </a:xfrm>
        </p:grpSpPr>
        <p:sp>
          <p:nvSpPr>
            <p:cNvPr id="439" name="Google Shape;439;p10"/>
            <p:cNvSpPr/>
            <p:nvPr/>
          </p:nvSpPr>
          <p:spPr>
            <a:xfrm>
              <a:off x="0" y="0"/>
              <a:ext cx="6949440" cy="3200400"/>
            </a:xfrm>
            <a:custGeom>
              <a:rect b="b" l="l" r="r" t="t"/>
              <a:pathLst>
                <a:path extrusionOk="0" h="32004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00400"/>
                  </a:lnTo>
                  <a:lnTo>
                    <a:pt x="0" y="32004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9088" r="-9088" t="0"/>
              </a:stretch>
            </a:blipFill>
            <a:ln>
              <a:noFill/>
            </a:ln>
          </p:spPr>
        </p:sp>
        <p:sp>
          <p:nvSpPr>
            <p:cNvPr id="440" name="Google Shape;440;p10"/>
            <p:cNvSpPr txBox="1"/>
            <p:nvPr/>
          </p:nvSpPr>
          <p:spPr>
            <a:xfrm>
              <a:off x="0" y="-19050"/>
              <a:ext cx="6949440" cy="321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hallazgos registrados, cada uno convertido en tarea del Backlog</a:t>
              </a:r>
              <a:endParaRPr/>
            </a:p>
          </p:txBody>
        </p:sp>
      </p:grpSp>
      <p:sp>
        <p:nvSpPr>
          <p:cNvPr id="441" name="Google Shape;441;p10"/>
          <p:cNvSpPr/>
          <p:nvPr/>
        </p:nvSpPr>
        <p:spPr>
          <a:xfrm>
            <a:off x="9248775" y="5888355"/>
            <a:ext cx="7905750" cy="2830830"/>
          </a:xfrm>
          <a:custGeom>
            <a:rect b="b" l="l" r="r" t="t"/>
            <a:pathLst>
              <a:path extrusionOk="0" h="3774440" w="10541000">
                <a:moveTo>
                  <a:pt x="0" y="302006"/>
                </a:moveTo>
                <a:cubicBezTo>
                  <a:pt x="0" y="135128"/>
                  <a:pt x="135128" y="0"/>
                  <a:pt x="302006" y="0"/>
                </a:cubicBezTo>
                <a:lnTo>
                  <a:pt x="10238994" y="0"/>
                </a:lnTo>
                <a:cubicBezTo>
                  <a:pt x="10405872" y="0"/>
                  <a:pt x="10541000" y="135128"/>
                  <a:pt x="10541000" y="302006"/>
                </a:cubicBezTo>
                <a:lnTo>
                  <a:pt x="10541000" y="3472434"/>
                </a:lnTo>
                <a:cubicBezTo>
                  <a:pt x="10541000" y="3639185"/>
                  <a:pt x="10405872" y="3774440"/>
                  <a:pt x="10238994" y="3774440"/>
                </a:cubicBezTo>
                <a:lnTo>
                  <a:pt x="302006" y="3774440"/>
                </a:lnTo>
                <a:cubicBezTo>
                  <a:pt x="135128" y="3774440"/>
                  <a:pt x="0" y="3639185"/>
                  <a:pt x="0" y="34724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 txBox="1"/>
          <p:nvPr/>
        </p:nvSpPr>
        <p:spPr>
          <a:xfrm>
            <a:off x="9601200" y="6134100"/>
            <a:ext cx="260604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/>
          </a:p>
        </p:txBody>
      </p:sp>
      <p:grpSp>
        <p:nvGrpSpPr>
          <p:cNvPr id="443" name="Google Shape;443;p10"/>
          <p:cNvGrpSpPr/>
          <p:nvPr/>
        </p:nvGrpSpPr>
        <p:grpSpPr>
          <a:xfrm>
            <a:off x="12275820" y="6089333"/>
            <a:ext cx="4663440" cy="2414588"/>
            <a:chOff x="0" y="-19050"/>
            <a:chExt cx="6217920" cy="3219450"/>
          </a:xfrm>
        </p:grpSpPr>
        <p:sp>
          <p:nvSpPr>
            <p:cNvPr id="444" name="Google Shape;444;p10"/>
            <p:cNvSpPr/>
            <p:nvPr/>
          </p:nvSpPr>
          <p:spPr>
            <a:xfrm>
              <a:off x="0" y="0"/>
              <a:ext cx="6217920" cy="3200400"/>
            </a:xfrm>
            <a:custGeom>
              <a:rect b="b" l="l" r="r" t="t"/>
              <a:pathLst>
                <a:path extrusionOk="0" h="3200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3200400"/>
                  </a:lnTo>
                  <a:lnTo>
                    <a:pt x="0" y="32004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6038" r="-16038" t="0"/>
              </a:stretch>
            </a:blipFill>
            <a:ln>
              <a:noFill/>
            </a:ln>
          </p:spPr>
        </p:sp>
        <p:sp>
          <p:nvSpPr>
            <p:cNvPr id="445" name="Google Shape;445;p10"/>
            <p:cNvSpPr txBox="1"/>
            <p:nvPr/>
          </p:nvSpPr>
          <p:spPr>
            <a:xfrm>
              <a:off x="0" y="-19050"/>
              <a:ext cx="6217920" cy="321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equipos ejecutan el proyecto con la documentación del repositorio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1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455" name="Google Shape;455;p11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p11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7" name="Google Shape;457;p11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11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459" name="Google Shape;459;p11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461" name="Google Shape;461;p11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Desarrollo de actividades e hitos</a:t>
              </a:r>
              <a:endParaRPr/>
            </a:p>
          </p:txBody>
        </p:sp>
      </p:grpSp>
      <p:cxnSp>
        <p:nvCxnSpPr>
          <p:cNvPr id="462" name="Google Shape;462;p11"/>
          <p:cNvCxnSpPr/>
          <p:nvPr/>
        </p:nvCxnSpPr>
        <p:spPr>
          <a:xfrm rot="9060">
            <a:off x="1901161" y="2733675"/>
            <a:ext cx="14439948" cy="0"/>
          </a:xfrm>
          <a:prstGeom prst="straightConnector1">
            <a:avLst/>
          </a:prstGeom>
          <a:noFill/>
          <a:ln cap="rnd" cmpd="sng" w="19050">
            <a:solidFill>
              <a:srgbClr val="D6E2F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3" name="Google Shape;463;p11"/>
          <p:cNvGrpSpPr/>
          <p:nvPr/>
        </p:nvGrpSpPr>
        <p:grpSpPr>
          <a:xfrm>
            <a:off x="1645920" y="2290000"/>
            <a:ext cx="877824" cy="892112"/>
            <a:chOff x="0" y="-19050"/>
            <a:chExt cx="1170432" cy="1189482"/>
          </a:xfrm>
        </p:grpSpPr>
        <p:sp>
          <p:nvSpPr>
            <p:cNvPr id="464" name="Google Shape;464;p11"/>
            <p:cNvSpPr/>
            <p:nvPr/>
          </p:nvSpPr>
          <p:spPr>
            <a:xfrm>
              <a:off x="0" y="0"/>
              <a:ext cx="1170432" cy="1170432"/>
            </a:xfrm>
            <a:custGeom>
              <a:rect b="b" l="l" r="r" t="t"/>
              <a:pathLst>
                <a:path extrusionOk="0"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1"/>
            <p:cNvSpPr txBox="1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466" name="Google Shape;466;p11"/>
          <p:cNvSpPr/>
          <p:nvPr/>
        </p:nvSpPr>
        <p:spPr>
          <a:xfrm>
            <a:off x="1097280" y="3497580"/>
            <a:ext cx="5143500" cy="3360420"/>
          </a:xfrm>
          <a:custGeom>
            <a:rect b="b" l="l" r="r" t="t"/>
            <a:pathLst>
              <a:path extrusionOk="0" h="4480560" w="6858000">
                <a:moveTo>
                  <a:pt x="0" y="358394"/>
                </a:moveTo>
                <a:cubicBezTo>
                  <a:pt x="0" y="160528"/>
                  <a:pt x="160528" y="0"/>
                  <a:pt x="358394" y="0"/>
                </a:cubicBezTo>
                <a:lnTo>
                  <a:pt x="6499606" y="0"/>
                </a:lnTo>
                <a:cubicBezTo>
                  <a:pt x="6697472" y="0"/>
                  <a:pt x="6858000" y="160528"/>
                  <a:pt x="6858000" y="358394"/>
                </a:cubicBezTo>
                <a:lnTo>
                  <a:pt x="6858000" y="4122166"/>
                </a:lnTo>
                <a:cubicBezTo>
                  <a:pt x="6858000" y="4320159"/>
                  <a:pt x="6697472" y="4480560"/>
                  <a:pt x="6499606" y="4480560"/>
                </a:cubicBezTo>
                <a:lnTo>
                  <a:pt x="358394" y="4480560"/>
                </a:lnTo>
                <a:cubicBezTo>
                  <a:pt x="160528" y="4480560"/>
                  <a:pt x="0" y="4320032"/>
                  <a:pt x="0" y="412216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 txBox="1"/>
          <p:nvPr/>
        </p:nvSpPr>
        <p:spPr>
          <a:xfrm>
            <a:off x="1440180" y="3615690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Hito 1</a:t>
            </a:r>
            <a:endParaRPr/>
          </a:p>
        </p:txBody>
      </p:sp>
      <p:sp>
        <p:nvSpPr>
          <p:cNvPr id="468" name="Google Shape;468;p11"/>
          <p:cNvSpPr txBox="1"/>
          <p:nvPr/>
        </p:nvSpPr>
        <p:spPr>
          <a:xfrm>
            <a:off x="1440180" y="4232910"/>
            <a:ext cx="452628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MVP con base de datos operativa</a:t>
            </a:r>
            <a:endParaRPr/>
          </a:p>
        </p:txBody>
      </p:sp>
      <p:sp>
        <p:nvSpPr>
          <p:cNvPr id="469" name="Google Shape;469;p11"/>
          <p:cNvSpPr txBox="1"/>
          <p:nvPr/>
        </p:nvSpPr>
        <p:spPr>
          <a:xfrm>
            <a:off x="1440180" y="5367147"/>
            <a:ext cx="452628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Demo a la empresa: 14/10</a:t>
            </a:r>
            <a:endParaRPr/>
          </a:p>
        </p:txBody>
      </p:sp>
      <p:grpSp>
        <p:nvGrpSpPr>
          <p:cNvPr id="470" name="Google Shape;470;p11"/>
          <p:cNvGrpSpPr/>
          <p:nvPr/>
        </p:nvGrpSpPr>
        <p:grpSpPr>
          <a:xfrm>
            <a:off x="7063740" y="2290000"/>
            <a:ext cx="877824" cy="892112"/>
            <a:chOff x="0" y="-19050"/>
            <a:chExt cx="1170432" cy="1189482"/>
          </a:xfrm>
        </p:grpSpPr>
        <p:sp>
          <p:nvSpPr>
            <p:cNvPr id="471" name="Google Shape;471;p11"/>
            <p:cNvSpPr/>
            <p:nvPr/>
          </p:nvSpPr>
          <p:spPr>
            <a:xfrm>
              <a:off x="0" y="0"/>
              <a:ext cx="1170432" cy="1170432"/>
            </a:xfrm>
            <a:custGeom>
              <a:rect b="b" l="l" r="r" t="t"/>
              <a:pathLst>
                <a:path extrusionOk="0"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57C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1"/>
            <p:cNvSpPr txBox="1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473" name="Google Shape;473;p11"/>
          <p:cNvSpPr/>
          <p:nvPr/>
        </p:nvSpPr>
        <p:spPr>
          <a:xfrm>
            <a:off x="6515100" y="3497580"/>
            <a:ext cx="5143500" cy="3360420"/>
          </a:xfrm>
          <a:custGeom>
            <a:rect b="b" l="l" r="r" t="t"/>
            <a:pathLst>
              <a:path extrusionOk="0" h="4480560" w="6858000">
                <a:moveTo>
                  <a:pt x="0" y="358394"/>
                </a:moveTo>
                <a:cubicBezTo>
                  <a:pt x="0" y="160528"/>
                  <a:pt x="160528" y="0"/>
                  <a:pt x="358394" y="0"/>
                </a:cubicBezTo>
                <a:lnTo>
                  <a:pt x="6499606" y="0"/>
                </a:lnTo>
                <a:cubicBezTo>
                  <a:pt x="6697472" y="0"/>
                  <a:pt x="6858000" y="160528"/>
                  <a:pt x="6858000" y="358394"/>
                </a:cubicBezTo>
                <a:lnTo>
                  <a:pt x="6858000" y="4122166"/>
                </a:lnTo>
                <a:cubicBezTo>
                  <a:pt x="6858000" y="4320159"/>
                  <a:pt x="6697472" y="4480560"/>
                  <a:pt x="6499606" y="4480560"/>
                </a:cubicBezTo>
                <a:lnTo>
                  <a:pt x="358394" y="4480560"/>
                </a:lnTo>
                <a:cubicBezTo>
                  <a:pt x="160528" y="4480560"/>
                  <a:pt x="0" y="4320032"/>
                  <a:pt x="0" y="412216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 txBox="1"/>
          <p:nvPr/>
        </p:nvSpPr>
        <p:spPr>
          <a:xfrm>
            <a:off x="6858000" y="3615690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Hito 2</a:t>
            </a:r>
            <a:endParaRPr/>
          </a:p>
        </p:txBody>
      </p:sp>
      <p:sp>
        <p:nvSpPr>
          <p:cNvPr id="475" name="Google Shape;475;p11"/>
          <p:cNvSpPr txBox="1"/>
          <p:nvPr/>
        </p:nvSpPr>
        <p:spPr>
          <a:xfrm>
            <a:off x="6858000" y="4232910"/>
            <a:ext cx="452628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Proyecto en contenedores</a:t>
            </a:r>
            <a:endParaRPr/>
          </a:p>
        </p:txBody>
      </p:sp>
      <p:sp>
        <p:nvSpPr>
          <p:cNvPr id="476" name="Google Shape;476;p11"/>
          <p:cNvSpPr txBox="1"/>
          <p:nvPr/>
        </p:nvSpPr>
        <p:spPr>
          <a:xfrm>
            <a:off x="6858000" y="5367147"/>
            <a:ext cx="452628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26 al 31/10</a:t>
            </a:r>
            <a:endParaRPr/>
          </a:p>
        </p:txBody>
      </p:sp>
      <p:sp>
        <p:nvSpPr>
          <p:cNvPr id="477" name="Google Shape;477;p11"/>
          <p:cNvSpPr txBox="1"/>
          <p:nvPr/>
        </p:nvSpPr>
        <p:spPr>
          <a:xfrm>
            <a:off x="6858000" y="5998083"/>
            <a:ext cx="452628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Backend en Docker listo</a:t>
            </a:r>
            <a:endParaRPr/>
          </a:p>
        </p:txBody>
      </p:sp>
      <p:grpSp>
        <p:nvGrpSpPr>
          <p:cNvPr id="478" name="Google Shape;478;p11"/>
          <p:cNvGrpSpPr/>
          <p:nvPr/>
        </p:nvGrpSpPr>
        <p:grpSpPr>
          <a:xfrm>
            <a:off x="12481560" y="2290000"/>
            <a:ext cx="877824" cy="892112"/>
            <a:chOff x="0" y="-19050"/>
            <a:chExt cx="1170432" cy="1189482"/>
          </a:xfrm>
        </p:grpSpPr>
        <p:sp>
          <p:nvSpPr>
            <p:cNvPr id="479" name="Google Shape;479;p11"/>
            <p:cNvSpPr/>
            <p:nvPr/>
          </p:nvSpPr>
          <p:spPr>
            <a:xfrm>
              <a:off x="0" y="0"/>
              <a:ext cx="1170432" cy="1170432"/>
            </a:xfrm>
            <a:custGeom>
              <a:rect b="b" l="l" r="r" t="t"/>
              <a:pathLst>
                <a:path extrusionOk="0"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E4C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1"/>
            <p:cNvSpPr txBox="1"/>
            <p:nvPr/>
          </p:nvSpPr>
          <p:spPr>
            <a:xfrm>
              <a:off x="0" y="-19050"/>
              <a:ext cx="1170432" cy="118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81" name="Google Shape;481;p11"/>
          <p:cNvSpPr/>
          <p:nvPr/>
        </p:nvSpPr>
        <p:spPr>
          <a:xfrm>
            <a:off x="11932920" y="3497580"/>
            <a:ext cx="5143500" cy="3360420"/>
          </a:xfrm>
          <a:custGeom>
            <a:rect b="b" l="l" r="r" t="t"/>
            <a:pathLst>
              <a:path extrusionOk="0" h="4480560" w="6858000">
                <a:moveTo>
                  <a:pt x="0" y="358394"/>
                </a:moveTo>
                <a:cubicBezTo>
                  <a:pt x="0" y="160528"/>
                  <a:pt x="160528" y="0"/>
                  <a:pt x="358394" y="0"/>
                </a:cubicBezTo>
                <a:lnTo>
                  <a:pt x="6499606" y="0"/>
                </a:lnTo>
                <a:cubicBezTo>
                  <a:pt x="6697472" y="0"/>
                  <a:pt x="6858000" y="160528"/>
                  <a:pt x="6858000" y="358394"/>
                </a:cubicBezTo>
                <a:lnTo>
                  <a:pt x="6858000" y="4122166"/>
                </a:lnTo>
                <a:cubicBezTo>
                  <a:pt x="6858000" y="4320159"/>
                  <a:pt x="6697472" y="4480560"/>
                  <a:pt x="6499606" y="4480560"/>
                </a:cubicBezTo>
                <a:lnTo>
                  <a:pt x="358394" y="4480560"/>
                </a:lnTo>
                <a:cubicBezTo>
                  <a:pt x="160528" y="4480560"/>
                  <a:pt x="0" y="4320032"/>
                  <a:pt x="0" y="4122166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12275820" y="3615690"/>
            <a:ext cx="4526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Hito 3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12275820" y="4232910"/>
            <a:ext cx="4526280" cy="111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Proyecto entregado y documentado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12275820" y="5367147"/>
            <a:ext cx="452628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Duoc: 16 al 28/11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12275820" y="5998083"/>
            <a:ext cx="4526280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/>
          </a:p>
        </p:txBody>
      </p:sp>
      <p:sp>
        <p:nvSpPr>
          <p:cNvPr id="486" name="Google Shape;486;p11"/>
          <p:cNvSpPr txBox="1"/>
          <p:nvPr/>
        </p:nvSpPr>
        <p:spPr>
          <a:xfrm>
            <a:off x="1097280" y="7240905"/>
            <a:ext cx="315468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57CE1"/>
                </a:solidFill>
                <a:latin typeface="Arial"/>
                <a:ea typeface="Arial"/>
                <a:cs typeface="Arial"/>
                <a:sym typeface="Arial"/>
              </a:rPr>
              <a:t>62 %</a:t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4251960" y="7543800"/>
            <a:ext cx="12893040" cy="576072"/>
          </a:xfrm>
          <a:custGeom>
            <a:rect b="b" l="l" r="r" t="t"/>
            <a:pathLst>
              <a:path extrusionOk="0" h="768096" w="17190720">
                <a:moveTo>
                  <a:pt x="0" y="384048"/>
                </a:moveTo>
                <a:cubicBezTo>
                  <a:pt x="0" y="171958"/>
                  <a:pt x="171958" y="0"/>
                  <a:pt x="384048" y="0"/>
                </a:cubicBezTo>
                <a:lnTo>
                  <a:pt x="16806672" y="0"/>
                </a:lnTo>
                <a:cubicBezTo>
                  <a:pt x="17018761" y="0"/>
                  <a:pt x="17190720" y="171958"/>
                  <a:pt x="17190720" y="384048"/>
                </a:cubicBezTo>
                <a:cubicBezTo>
                  <a:pt x="17190720" y="596138"/>
                  <a:pt x="17018761" y="768096"/>
                  <a:pt x="16806672" y="768096"/>
                </a:cubicBezTo>
                <a:lnTo>
                  <a:pt x="384048" y="768096"/>
                </a:lnTo>
                <a:cubicBezTo>
                  <a:pt x="171958" y="768096"/>
                  <a:pt x="0" y="596138"/>
                  <a:pt x="0" y="384048"/>
                </a:cubicBezTo>
                <a:close/>
              </a:path>
            </a:pathLst>
          </a:custGeom>
          <a:solidFill>
            <a:srgbClr val="EEF4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4251960" y="7543800"/>
            <a:ext cx="7934134" cy="576072"/>
          </a:xfrm>
          <a:custGeom>
            <a:rect b="b" l="l" r="r" t="t"/>
            <a:pathLst>
              <a:path extrusionOk="0" h="768096" w="10578846">
                <a:moveTo>
                  <a:pt x="0" y="384048"/>
                </a:moveTo>
                <a:cubicBezTo>
                  <a:pt x="0" y="171958"/>
                  <a:pt x="171958" y="0"/>
                  <a:pt x="384048" y="0"/>
                </a:cubicBezTo>
                <a:lnTo>
                  <a:pt x="10194798" y="0"/>
                </a:lnTo>
                <a:cubicBezTo>
                  <a:pt x="10406888" y="0"/>
                  <a:pt x="10578846" y="171958"/>
                  <a:pt x="10578846" y="384048"/>
                </a:cubicBezTo>
                <a:cubicBezTo>
                  <a:pt x="10578846" y="596138"/>
                  <a:pt x="10406888" y="768096"/>
                  <a:pt x="10194798" y="768096"/>
                </a:cubicBezTo>
                <a:lnTo>
                  <a:pt x="384048" y="768096"/>
                </a:lnTo>
                <a:cubicBezTo>
                  <a:pt x="171958" y="768096"/>
                  <a:pt x="0" y="596138"/>
                  <a:pt x="0" y="384048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 txBox="1"/>
          <p:nvPr/>
        </p:nvSpPr>
        <p:spPr>
          <a:xfrm>
            <a:off x="4251960" y="8220075"/>
            <a:ext cx="1289304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E4C63"/>
                </a:solidFill>
                <a:latin typeface="Arial"/>
                <a:ea typeface="Arial"/>
                <a:cs typeface="Arial"/>
                <a:sym typeface="Arial"/>
              </a:rPr>
              <a:t>56 de 91 puntos terminados · 5 de 10 iteraciones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"/>
          <p:cNvSpPr/>
          <p:nvPr/>
        </p:nvSpPr>
        <p:spPr>
          <a:xfrm>
            <a:off x="-5772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499" name="Google Shape;499;p12"/>
          <p:cNvSpPr/>
          <p:nvPr/>
        </p:nvSpPr>
        <p:spPr>
          <a:xfrm>
            <a:off x="15408297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p12"/>
          <p:cNvSpPr/>
          <p:nvPr/>
        </p:nvSpPr>
        <p:spPr>
          <a:xfrm>
            <a:off x="16941184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01" name="Google Shape;501;p12"/>
          <p:cNvSpPr/>
          <p:nvPr/>
        </p:nvSpPr>
        <p:spPr>
          <a:xfrm>
            <a:off x="17332690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2" name="Google Shape;502;p12"/>
          <p:cNvSpPr/>
          <p:nvPr/>
        </p:nvSpPr>
        <p:spPr>
          <a:xfrm>
            <a:off x="17618974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grpSp>
        <p:nvGrpSpPr>
          <p:cNvPr id="503" name="Google Shape;503;p12"/>
          <p:cNvGrpSpPr/>
          <p:nvPr/>
        </p:nvGrpSpPr>
        <p:grpSpPr>
          <a:xfrm>
            <a:off x="2263140" y="534353"/>
            <a:ext cx="15361921" cy="1111567"/>
            <a:chOff x="0" y="-19050"/>
            <a:chExt cx="20482561" cy="1482090"/>
          </a:xfrm>
        </p:grpSpPr>
        <p:sp>
          <p:nvSpPr>
            <p:cNvPr id="504" name="Google Shape;504;p12"/>
            <p:cNvSpPr/>
            <p:nvPr/>
          </p:nvSpPr>
          <p:spPr>
            <a:xfrm>
              <a:off x="0" y="0"/>
              <a:ext cx="20482561" cy="1463040"/>
            </a:xfrm>
            <a:custGeom>
              <a:rect b="b" l="l" r="r" t="t"/>
              <a:pathLst>
                <a:path extrusionOk="0"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222777" l="0" r="0" t="-222777"/>
              </a:stretch>
            </a:blipFill>
            <a:ln>
              <a:noFill/>
            </a:ln>
          </p:spPr>
        </p:sp>
        <p:sp>
          <p:nvSpPr>
            <p:cNvPr id="505" name="Google Shape;505;p12"/>
            <p:cNvSpPr txBox="1"/>
            <p:nvPr/>
          </p:nvSpPr>
          <p:spPr>
            <a:xfrm>
              <a:off x="0" y="-19050"/>
              <a:ext cx="2048256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Conclusión</a:t>
              </a:r>
              <a:endParaRPr/>
            </a:p>
          </p:txBody>
        </p:sp>
      </p:grpSp>
      <p:sp>
        <p:nvSpPr>
          <p:cNvPr id="506" name="Google Shape;506;p12"/>
          <p:cNvSpPr/>
          <p:nvPr/>
        </p:nvSpPr>
        <p:spPr>
          <a:xfrm>
            <a:off x="1087755" y="2047875"/>
            <a:ext cx="9208770" cy="2007870"/>
          </a:xfrm>
          <a:custGeom>
            <a:rect b="b" l="l" r="r" t="t"/>
            <a:pathLst>
              <a:path extrusionOk="0" h="2677160" w="1227836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12064238" y="0"/>
                </a:lnTo>
                <a:cubicBezTo>
                  <a:pt x="12182475" y="0"/>
                  <a:pt x="12278360" y="95885"/>
                  <a:pt x="12278360" y="214122"/>
                </a:cubicBezTo>
                <a:lnTo>
                  <a:pt x="12278360" y="2463038"/>
                </a:lnTo>
                <a:cubicBezTo>
                  <a:pt x="12278360" y="2581275"/>
                  <a:pt x="12182475" y="2677160"/>
                  <a:pt x="1206423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7" name="Google Shape;507;p12"/>
          <p:cNvGrpSpPr/>
          <p:nvPr/>
        </p:nvGrpSpPr>
        <p:grpSpPr>
          <a:xfrm>
            <a:off x="1440180" y="2564321"/>
            <a:ext cx="960120" cy="974407"/>
            <a:chOff x="0" y="-19050"/>
            <a:chExt cx="1280160" cy="1299210"/>
          </a:xfrm>
        </p:grpSpPr>
        <p:sp>
          <p:nvSpPr>
            <p:cNvPr id="508" name="Google Shape;508;p12"/>
            <p:cNvSpPr/>
            <p:nvPr/>
          </p:nvSpPr>
          <p:spPr>
            <a:xfrm>
              <a:off x="0" y="0"/>
              <a:ext cx="1280160" cy="1280160"/>
            </a:xfrm>
            <a:custGeom>
              <a:rect b="b" l="l" r="r" t="t"/>
              <a:pathLst>
                <a:path extrusionOk="0"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2"/>
            <p:cNvSpPr txBox="1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510" name="Google Shape;510;p12"/>
          <p:cNvGrpSpPr/>
          <p:nvPr/>
        </p:nvGrpSpPr>
        <p:grpSpPr>
          <a:xfrm>
            <a:off x="2743200" y="2207705"/>
            <a:ext cx="7269480" cy="1660207"/>
            <a:chOff x="0" y="-19050"/>
            <a:chExt cx="9692640" cy="2213610"/>
          </a:xfrm>
        </p:grpSpPr>
        <p:sp>
          <p:nvSpPr>
            <p:cNvPr id="511" name="Google Shape;511;p12"/>
            <p:cNvSpPr/>
            <p:nvPr/>
          </p:nvSpPr>
          <p:spPr>
            <a:xfrm>
              <a:off x="0" y="0"/>
              <a:ext cx="9692640" cy="2194560"/>
            </a:xfrm>
            <a:custGeom>
              <a:rect b="b" l="l" r="r" t="t"/>
              <a:pathLst>
                <a:path extrusionOk="0" h="21945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6059" l="0" r="0" t="-36059"/>
              </a:stretch>
            </a:blipFill>
            <a:ln>
              <a:noFill/>
            </a:ln>
          </p:spPr>
        </p:sp>
        <p:sp>
          <p:nvSpPr>
            <p:cNvPr id="512" name="Google Shape;512;p12"/>
            <p:cNvSpPr txBox="1"/>
            <p:nvPr/>
          </p:nvSpPr>
          <p:spPr>
            <a:xfrm>
              <a:off x="0" y="-19050"/>
              <a:ext cx="969264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El ciclo de práctica completo funciona en producción</a:t>
              </a:r>
              <a:endParaRPr/>
            </a:p>
          </p:txBody>
        </p:sp>
      </p:grpSp>
      <p:sp>
        <p:nvSpPr>
          <p:cNvPr id="513" name="Google Shape;513;p12"/>
          <p:cNvSpPr/>
          <p:nvPr/>
        </p:nvSpPr>
        <p:spPr>
          <a:xfrm>
            <a:off x="1087755" y="4311015"/>
            <a:ext cx="9208770" cy="2007870"/>
          </a:xfrm>
          <a:custGeom>
            <a:rect b="b" l="l" r="r" t="t"/>
            <a:pathLst>
              <a:path extrusionOk="0" h="2677160" w="1227836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12064238" y="0"/>
                </a:lnTo>
                <a:cubicBezTo>
                  <a:pt x="12182475" y="0"/>
                  <a:pt x="12278360" y="95885"/>
                  <a:pt x="12278360" y="214122"/>
                </a:cubicBezTo>
                <a:lnTo>
                  <a:pt x="12278360" y="2463038"/>
                </a:lnTo>
                <a:cubicBezTo>
                  <a:pt x="12278360" y="2581275"/>
                  <a:pt x="12182475" y="2677160"/>
                  <a:pt x="1206423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4" name="Google Shape;514;p12"/>
          <p:cNvGrpSpPr/>
          <p:nvPr/>
        </p:nvGrpSpPr>
        <p:grpSpPr>
          <a:xfrm>
            <a:off x="1440180" y="4827461"/>
            <a:ext cx="960120" cy="974408"/>
            <a:chOff x="0" y="-19050"/>
            <a:chExt cx="1280160" cy="1299210"/>
          </a:xfrm>
        </p:grpSpPr>
        <p:sp>
          <p:nvSpPr>
            <p:cNvPr id="515" name="Google Shape;515;p12"/>
            <p:cNvSpPr/>
            <p:nvPr/>
          </p:nvSpPr>
          <p:spPr>
            <a:xfrm>
              <a:off x="0" y="0"/>
              <a:ext cx="1280160" cy="1280160"/>
            </a:xfrm>
            <a:custGeom>
              <a:rect b="b" l="l" r="r" t="t"/>
              <a:pathLst>
                <a:path extrusionOk="0"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2"/>
            <p:cNvSpPr txBox="1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517" name="Google Shape;517;p12"/>
          <p:cNvGrpSpPr/>
          <p:nvPr/>
        </p:nvGrpSpPr>
        <p:grpSpPr>
          <a:xfrm>
            <a:off x="2743200" y="4470844"/>
            <a:ext cx="7269480" cy="1660208"/>
            <a:chOff x="0" y="-19050"/>
            <a:chExt cx="9692640" cy="2213610"/>
          </a:xfrm>
        </p:grpSpPr>
        <p:sp>
          <p:nvSpPr>
            <p:cNvPr id="518" name="Google Shape;518;p12"/>
            <p:cNvSpPr/>
            <p:nvPr/>
          </p:nvSpPr>
          <p:spPr>
            <a:xfrm>
              <a:off x="0" y="0"/>
              <a:ext cx="9692640" cy="2194560"/>
            </a:xfrm>
            <a:custGeom>
              <a:rect b="b" l="l" r="r" t="t"/>
              <a:pathLst>
                <a:path extrusionOk="0" h="21945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6059" l="0" r="0" t="-36059"/>
              </a:stretch>
            </a:blipFill>
            <a:ln>
              <a:noFill/>
            </a:ln>
          </p:spPr>
        </p:sp>
        <p:sp>
          <p:nvSpPr>
            <p:cNvPr id="519" name="Google Shape;519;p12"/>
            <p:cNvSpPr txBox="1"/>
            <p:nvPr/>
          </p:nvSpPr>
          <p:spPr>
            <a:xfrm>
              <a:off x="0" y="-19050"/>
              <a:ext cx="969264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Cada entrega se valida con pruebas y evidencia</a:t>
              </a:r>
              <a:endParaRPr/>
            </a:p>
          </p:txBody>
        </p:sp>
      </p:grpSp>
      <p:sp>
        <p:nvSpPr>
          <p:cNvPr id="520" name="Google Shape;520;p12"/>
          <p:cNvSpPr/>
          <p:nvPr/>
        </p:nvSpPr>
        <p:spPr>
          <a:xfrm>
            <a:off x="1087755" y="6574155"/>
            <a:ext cx="9208770" cy="2007870"/>
          </a:xfrm>
          <a:custGeom>
            <a:rect b="b" l="l" r="r" t="t"/>
            <a:pathLst>
              <a:path extrusionOk="0" h="2677160" w="12278360">
                <a:moveTo>
                  <a:pt x="0" y="214122"/>
                </a:moveTo>
                <a:cubicBezTo>
                  <a:pt x="0" y="95885"/>
                  <a:pt x="95885" y="0"/>
                  <a:pt x="214122" y="0"/>
                </a:cubicBezTo>
                <a:lnTo>
                  <a:pt x="12064238" y="0"/>
                </a:lnTo>
                <a:cubicBezTo>
                  <a:pt x="12182475" y="0"/>
                  <a:pt x="12278360" y="95885"/>
                  <a:pt x="12278360" y="214122"/>
                </a:cubicBezTo>
                <a:lnTo>
                  <a:pt x="12278360" y="2463038"/>
                </a:lnTo>
                <a:cubicBezTo>
                  <a:pt x="12278360" y="2581275"/>
                  <a:pt x="12182475" y="2677160"/>
                  <a:pt x="12064238" y="2677160"/>
                </a:cubicBezTo>
                <a:lnTo>
                  <a:pt x="214122" y="2677160"/>
                </a:lnTo>
                <a:cubicBezTo>
                  <a:pt x="95885" y="2677160"/>
                  <a:pt x="0" y="2581275"/>
                  <a:pt x="0" y="246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6E2F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1" name="Google Shape;521;p12"/>
          <p:cNvGrpSpPr/>
          <p:nvPr/>
        </p:nvGrpSpPr>
        <p:grpSpPr>
          <a:xfrm>
            <a:off x="1440180" y="7090601"/>
            <a:ext cx="960120" cy="974407"/>
            <a:chOff x="0" y="-19050"/>
            <a:chExt cx="1280160" cy="1299210"/>
          </a:xfrm>
        </p:grpSpPr>
        <p:sp>
          <p:nvSpPr>
            <p:cNvPr id="522" name="Google Shape;522;p12"/>
            <p:cNvSpPr/>
            <p:nvPr/>
          </p:nvSpPr>
          <p:spPr>
            <a:xfrm>
              <a:off x="0" y="0"/>
              <a:ext cx="1280160" cy="1280160"/>
            </a:xfrm>
            <a:custGeom>
              <a:rect b="b" l="l" r="r" t="t"/>
              <a:pathLst>
                <a:path extrusionOk="0"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2"/>
            <p:cNvSpPr txBox="1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524" name="Google Shape;524;p12"/>
          <p:cNvGrpSpPr/>
          <p:nvPr/>
        </p:nvGrpSpPr>
        <p:grpSpPr>
          <a:xfrm>
            <a:off x="2743200" y="6733985"/>
            <a:ext cx="7269480" cy="1660207"/>
            <a:chOff x="0" y="-19050"/>
            <a:chExt cx="9692640" cy="2213610"/>
          </a:xfrm>
        </p:grpSpPr>
        <p:sp>
          <p:nvSpPr>
            <p:cNvPr id="525" name="Google Shape;525;p12"/>
            <p:cNvSpPr/>
            <p:nvPr/>
          </p:nvSpPr>
          <p:spPr>
            <a:xfrm>
              <a:off x="0" y="0"/>
              <a:ext cx="9692640" cy="2194560"/>
            </a:xfrm>
            <a:custGeom>
              <a:rect b="b" l="l" r="r" t="t"/>
              <a:pathLst>
                <a:path extrusionOk="0" h="21945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36059" l="0" r="0" t="-36059"/>
              </a:stretch>
            </a:blipFill>
            <a:ln>
              <a:noFill/>
            </a:ln>
          </p:spPr>
        </p:sp>
        <p:sp>
          <p:nvSpPr>
            <p:cNvPr id="526" name="Google Shape;526;p12"/>
            <p:cNvSpPr txBox="1"/>
            <p:nvPr/>
          </p:nvSpPr>
          <p:spPr>
            <a:xfrm>
              <a:off x="0" y="-19050"/>
              <a:ext cx="9692640" cy="2213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El compromiso semanal se ajustó: de 11/18 a 10/10 puntos</a:t>
              </a:r>
              <a:endParaRPr/>
            </a:p>
          </p:txBody>
        </p:sp>
      </p:grpSp>
      <p:sp>
        <p:nvSpPr>
          <p:cNvPr id="527" name="Google Shape;527;p12"/>
          <p:cNvSpPr/>
          <p:nvPr/>
        </p:nvSpPr>
        <p:spPr>
          <a:xfrm>
            <a:off x="10698480" y="2057400"/>
            <a:ext cx="6446520" cy="6515100"/>
          </a:xfrm>
          <a:custGeom>
            <a:rect b="b" l="l" r="r" t="t"/>
            <a:pathLst>
              <a:path extrusionOk="0" h="8686800" w="8595360">
                <a:moveTo>
                  <a:pt x="0" y="687578"/>
                </a:moveTo>
                <a:cubicBezTo>
                  <a:pt x="0" y="307848"/>
                  <a:pt x="307848" y="0"/>
                  <a:pt x="687578" y="0"/>
                </a:cubicBezTo>
                <a:lnTo>
                  <a:pt x="7907782" y="0"/>
                </a:lnTo>
                <a:cubicBezTo>
                  <a:pt x="8287512" y="0"/>
                  <a:pt x="8595360" y="307848"/>
                  <a:pt x="8595360" y="687578"/>
                </a:cubicBezTo>
                <a:lnTo>
                  <a:pt x="8595360" y="7999222"/>
                </a:lnTo>
                <a:cubicBezTo>
                  <a:pt x="8595360" y="8378952"/>
                  <a:pt x="8287512" y="8686800"/>
                  <a:pt x="7907782" y="8686800"/>
                </a:cubicBezTo>
                <a:lnTo>
                  <a:pt x="687578" y="8686800"/>
                </a:lnTo>
                <a:cubicBezTo>
                  <a:pt x="307848" y="8686800"/>
                  <a:pt x="0" y="8378952"/>
                  <a:pt x="0" y="7999222"/>
                </a:cubicBez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 txBox="1"/>
          <p:nvPr/>
        </p:nvSpPr>
        <p:spPr>
          <a:xfrm>
            <a:off x="11109960" y="2275713"/>
            <a:ext cx="57607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Próximas iteraciones</a:t>
            </a:r>
            <a:endParaRPr/>
          </a:p>
        </p:txBody>
      </p:sp>
      <p:grpSp>
        <p:nvGrpSpPr>
          <p:cNvPr id="529" name="Google Shape;529;p12"/>
          <p:cNvGrpSpPr/>
          <p:nvPr/>
        </p:nvGrpSpPr>
        <p:grpSpPr>
          <a:xfrm>
            <a:off x="11109960" y="3208973"/>
            <a:ext cx="1440180" cy="768667"/>
            <a:chOff x="0" y="-19050"/>
            <a:chExt cx="1920240" cy="1024890"/>
          </a:xfrm>
        </p:grpSpPr>
        <p:sp>
          <p:nvSpPr>
            <p:cNvPr id="530" name="Google Shape;530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31" name="Google Shape;531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6</a:t>
              </a:r>
              <a:endParaRPr/>
            </a:p>
          </p:txBody>
        </p:sp>
      </p:grpSp>
      <p:grpSp>
        <p:nvGrpSpPr>
          <p:cNvPr id="532" name="Google Shape;532;p12"/>
          <p:cNvGrpSpPr/>
          <p:nvPr/>
        </p:nvGrpSpPr>
        <p:grpSpPr>
          <a:xfrm>
            <a:off x="12618720" y="3208973"/>
            <a:ext cx="4389120" cy="768667"/>
            <a:chOff x="0" y="-19050"/>
            <a:chExt cx="5852160" cy="1024890"/>
          </a:xfrm>
        </p:grpSpPr>
        <p:sp>
          <p:nvSpPr>
            <p:cNvPr id="533" name="Google Shape;533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34" name="Google Shape;534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Habilidad evaluada</a:t>
              </a:r>
              <a:endParaRPr/>
            </a:p>
          </p:txBody>
        </p:sp>
      </p:grpSp>
      <p:grpSp>
        <p:nvGrpSpPr>
          <p:cNvPr id="535" name="Google Shape;535;p12"/>
          <p:cNvGrpSpPr/>
          <p:nvPr/>
        </p:nvGrpSpPr>
        <p:grpSpPr>
          <a:xfrm>
            <a:off x="11109960" y="4237673"/>
            <a:ext cx="1440180" cy="768667"/>
            <a:chOff x="0" y="-19050"/>
            <a:chExt cx="1920240" cy="1024890"/>
          </a:xfrm>
        </p:grpSpPr>
        <p:sp>
          <p:nvSpPr>
            <p:cNvPr id="536" name="Google Shape;536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37" name="Google Shape;537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7</a:t>
              </a:r>
              <a:endParaRPr/>
            </a:p>
          </p:txBody>
        </p:sp>
      </p:grpSp>
      <p:grpSp>
        <p:nvGrpSpPr>
          <p:cNvPr id="538" name="Google Shape;538;p12"/>
          <p:cNvGrpSpPr/>
          <p:nvPr/>
        </p:nvGrpSpPr>
        <p:grpSpPr>
          <a:xfrm>
            <a:off x="12618720" y="4237673"/>
            <a:ext cx="4389120" cy="768667"/>
            <a:chOff x="0" y="-19050"/>
            <a:chExt cx="5852160" cy="1024890"/>
          </a:xfrm>
        </p:grpSpPr>
        <p:sp>
          <p:nvSpPr>
            <p:cNvPr id="539" name="Google Shape;539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40" name="Google Shape;540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Cuota y desbloqueo</a:t>
              </a:r>
              <a:endParaRPr/>
            </a:p>
          </p:txBody>
        </p:sp>
      </p:grpSp>
      <p:grpSp>
        <p:nvGrpSpPr>
          <p:cNvPr id="541" name="Google Shape;541;p12"/>
          <p:cNvGrpSpPr/>
          <p:nvPr/>
        </p:nvGrpSpPr>
        <p:grpSpPr>
          <a:xfrm>
            <a:off x="11109960" y="5266373"/>
            <a:ext cx="1440180" cy="768667"/>
            <a:chOff x="0" y="-19050"/>
            <a:chExt cx="1920240" cy="1024890"/>
          </a:xfrm>
        </p:grpSpPr>
        <p:sp>
          <p:nvSpPr>
            <p:cNvPr id="542" name="Google Shape;542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43" name="Google Shape;543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8</a:t>
              </a:r>
              <a:endParaRPr/>
            </a:p>
          </p:txBody>
        </p:sp>
      </p:grpSp>
      <p:grpSp>
        <p:nvGrpSpPr>
          <p:cNvPr id="544" name="Google Shape;544;p12"/>
          <p:cNvGrpSpPr/>
          <p:nvPr/>
        </p:nvGrpSpPr>
        <p:grpSpPr>
          <a:xfrm>
            <a:off x="12618720" y="5266373"/>
            <a:ext cx="4389120" cy="768667"/>
            <a:chOff x="0" y="-19050"/>
            <a:chExt cx="5852160" cy="1024890"/>
          </a:xfrm>
        </p:grpSpPr>
        <p:sp>
          <p:nvSpPr>
            <p:cNvPr id="545" name="Google Shape;545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46" name="Google Shape;546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Recorrecciones</a:t>
              </a:r>
              <a:endParaRPr/>
            </a:p>
          </p:txBody>
        </p:sp>
      </p:grpSp>
      <p:grpSp>
        <p:nvGrpSpPr>
          <p:cNvPr id="547" name="Google Shape;547;p12"/>
          <p:cNvGrpSpPr/>
          <p:nvPr/>
        </p:nvGrpSpPr>
        <p:grpSpPr>
          <a:xfrm>
            <a:off x="11109960" y="6295073"/>
            <a:ext cx="1440180" cy="768667"/>
            <a:chOff x="0" y="-19050"/>
            <a:chExt cx="1920240" cy="1024890"/>
          </a:xfrm>
        </p:grpSpPr>
        <p:sp>
          <p:nvSpPr>
            <p:cNvPr id="548" name="Google Shape;548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49" name="Google Shape;549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9</a:t>
              </a:r>
              <a:endParaRPr/>
            </a:p>
          </p:txBody>
        </p:sp>
      </p:grpSp>
      <p:grpSp>
        <p:nvGrpSpPr>
          <p:cNvPr id="550" name="Google Shape;550;p12"/>
          <p:cNvGrpSpPr/>
          <p:nvPr/>
        </p:nvGrpSpPr>
        <p:grpSpPr>
          <a:xfrm>
            <a:off x="12618720" y="6295073"/>
            <a:ext cx="4389120" cy="768667"/>
            <a:chOff x="0" y="-19050"/>
            <a:chExt cx="5852160" cy="1024890"/>
          </a:xfrm>
        </p:grpSpPr>
        <p:sp>
          <p:nvSpPr>
            <p:cNvPr id="551" name="Google Shape;551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52" name="Google Shape;552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Progreso y sin conexión</a:t>
              </a:r>
              <a:endParaRPr/>
            </a:p>
          </p:txBody>
        </p:sp>
      </p:grpSp>
      <p:grpSp>
        <p:nvGrpSpPr>
          <p:cNvPr id="553" name="Google Shape;553;p12"/>
          <p:cNvGrpSpPr/>
          <p:nvPr/>
        </p:nvGrpSpPr>
        <p:grpSpPr>
          <a:xfrm>
            <a:off x="11109960" y="7323773"/>
            <a:ext cx="1440180" cy="768668"/>
            <a:chOff x="0" y="-19050"/>
            <a:chExt cx="1920240" cy="1024890"/>
          </a:xfrm>
        </p:grpSpPr>
        <p:sp>
          <p:nvSpPr>
            <p:cNvPr id="554" name="Google Shape;554;p12"/>
            <p:cNvSpPr/>
            <p:nvPr/>
          </p:nvSpPr>
          <p:spPr>
            <a:xfrm>
              <a:off x="0" y="0"/>
              <a:ext cx="1920240" cy="1005840"/>
            </a:xfrm>
            <a:custGeom>
              <a:rect b="b" l="l" r="r" t="t"/>
              <a:pathLst>
                <a:path extrusionOk="0" h="10058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0" l="-17206" r="-17206" t="0"/>
              </a:stretch>
            </a:blipFill>
            <a:ln>
              <a:noFill/>
            </a:ln>
          </p:spPr>
        </p:sp>
        <p:sp>
          <p:nvSpPr>
            <p:cNvPr id="555" name="Google Shape;555;p12"/>
            <p:cNvSpPr txBox="1"/>
            <p:nvPr/>
          </p:nvSpPr>
          <p:spPr>
            <a:xfrm>
              <a:off x="0" y="-19050"/>
              <a:ext cx="192024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EB619"/>
                  </a:solidFill>
                  <a:latin typeface="Arial"/>
                  <a:ea typeface="Arial"/>
                  <a:cs typeface="Arial"/>
                  <a:sym typeface="Arial"/>
                </a:rPr>
                <a:t>It. 10</a:t>
              </a:r>
              <a:endParaRPr/>
            </a:p>
          </p:txBody>
        </p:sp>
      </p:grpSp>
      <p:grpSp>
        <p:nvGrpSpPr>
          <p:cNvPr id="556" name="Google Shape;556;p12"/>
          <p:cNvGrpSpPr/>
          <p:nvPr/>
        </p:nvGrpSpPr>
        <p:grpSpPr>
          <a:xfrm>
            <a:off x="12618720" y="7323773"/>
            <a:ext cx="4389120" cy="768668"/>
            <a:chOff x="0" y="-19050"/>
            <a:chExt cx="5852160" cy="1024890"/>
          </a:xfrm>
        </p:grpSpPr>
        <p:sp>
          <p:nvSpPr>
            <p:cNvPr id="557" name="Google Shape;557;p12"/>
            <p:cNvSpPr/>
            <p:nvPr/>
          </p:nvSpPr>
          <p:spPr>
            <a:xfrm>
              <a:off x="0" y="0"/>
              <a:ext cx="5852160" cy="1005840"/>
            </a:xfrm>
            <a:custGeom>
              <a:rect b="b" l="l" r="r" t="t"/>
              <a:pathLst>
                <a:path extrusionOk="0"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b="-63368" l="0" r="0" t="-63368"/>
              </a:stretch>
            </a:blipFill>
            <a:ln>
              <a:noFill/>
            </a:ln>
          </p:spPr>
        </p:sp>
        <p:sp>
          <p:nvSpPr>
            <p:cNvPr id="558" name="Google Shape;558;p12"/>
            <p:cNvSpPr txBox="1"/>
            <p:nvPr/>
          </p:nvSpPr>
          <p:spPr>
            <a:xfrm>
              <a:off x="0" y="-19050"/>
              <a:ext cx="5852160" cy="1024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Pruebas de integración</a:t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3"/>
          <p:cNvSpPr/>
          <p:nvPr/>
        </p:nvSpPr>
        <p:spPr>
          <a:xfrm>
            <a:off x="661530" y="9280036"/>
            <a:ext cx="1433693" cy="464963"/>
          </a:xfrm>
          <a:custGeom>
            <a:rect b="b" l="l" r="r" t="t"/>
            <a:pathLst>
              <a:path extrusionOk="0" h="464963" w="1433693">
                <a:moveTo>
                  <a:pt x="0" y="0"/>
                </a:moveTo>
                <a:lnTo>
                  <a:pt x="1433694" y="0"/>
                </a:lnTo>
                <a:lnTo>
                  <a:pt x="1433694" y="464963"/>
                </a:lnTo>
                <a:lnTo>
                  <a:pt x="0" y="4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8" name="Google Shape;568;p13"/>
          <p:cNvSpPr/>
          <p:nvPr/>
        </p:nvSpPr>
        <p:spPr>
          <a:xfrm>
            <a:off x="2194427" y="9319146"/>
            <a:ext cx="343853" cy="427387"/>
          </a:xfrm>
          <a:custGeom>
            <a:rect b="b" l="l" r="r" t="t"/>
            <a:pathLst>
              <a:path extrusionOk="0" h="569849" w="458470">
                <a:moveTo>
                  <a:pt x="458470" y="0"/>
                </a:moveTo>
                <a:lnTo>
                  <a:pt x="331978" y="0"/>
                </a:lnTo>
                <a:lnTo>
                  <a:pt x="331978" y="322707"/>
                </a:lnTo>
                <a:lnTo>
                  <a:pt x="325247" y="387223"/>
                </a:lnTo>
                <a:lnTo>
                  <a:pt x="305435" y="432689"/>
                </a:lnTo>
                <a:lnTo>
                  <a:pt x="273050" y="459486"/>
                </a:lnTo>
                <a:lnTo>
                  <a:pt x="228854" y="468249"/>
                </a:lnTo>
                <a:lnTo>
                  <a:pt x="185674" y="459105"/>
                </a:lnTo>
                <a:lnTo>
                  <a:pt x="153670" y="431800"/>
                </a:lnTo>
                <a:lnTo>
                  <a:pt x="133985" y="386334"/>
                </a:lnTo>
                <a:lnTo>
                  <a:pt x="127254" y="322834"/>
                </a:lnTo>
                <a:lnTo>
                  <a:pt x="127254" y="0"/>
                </a:lnTo>
                <a:lnTo>
                  <a:pt x="0" y="0"/>
                </a:lnTo>
                <a:lnTo>
                  <a:pt x="0" y="312801"/>
                </a:lnTo>
                <a:lnTo>
                  <a:pt x="5080" y="383413"/>
                </a:lnTo>
                <a:lnTo>
                  <a:pt x="19812" y="441960"/>
                </a:lnTo>
                <a:lnTo>
                  <a:pt x="43942" y="489077"/>
                </a:lnTo>
                <a:lnTo>
                  <a:pt x="76962" y="525018"/>
                </a:lnTo>
                <a:lnTo>
                  <a:pt x="118364" y="550164"/>
                </a:lnTo>
                <a:lnTo>
                  <a:pt x="167767" y="565023"/>
                </a:lnTo>
                <a:lnTo>
                  <a:pt x="224790" y="569849"/>
                </a:lnTo>
                <a:lnTo>
                  <a:pt x="283845" y="564769"/>
                </a:lnTo>
                <a:lnTo>
                  <a:pt x="335153" y="549529"/>
                </a:lnTo>
                <a:lnTo>
                  <a:pt x="378206" y="523875"/>
                </a:lnTo>
                <a:lnTo>
                  <a:pt x="412623" y="487680"/>
                </a:lnTo>
                <a:lnTo>
                  <a:pt x="437769" y="440817"/>
                </a:lnTo>
                <a:lnTo>
                  <a:pt x="453263" y="383159"/>
                </a:lnTo>
                <a:lnTo>
                  <a:pt x="458470" y="314579"/>
                </a:lnTo>
                <a:lnTo>
                  <a:pt x="45847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69" name="Google Shape;569;p13"/>
          <p:cNvSpPr/>
          <p:nvPr/>
        </p:nvSpPr>
        <p:spPr>
          <a:xfrm>
            <a:off x="2585933" y="9312288"/>
            <a:ext cx="333299" cy="434350"/>
          </a:xfrm>
          <a:custGeom>
            <a:rect b="b" l="l" r="r" t="t"/>
            <a:pathLst>
              <a:path extrusionOk="0" h="434350" w="333299">
                <a:moveTo>
                  <a:pt x="0" y="0"/>
                </a:moveTo>
                <a:lnTo>
                  <a:pt x="333299" y="0"/>
                </a:lnTo>
                <a:lnTo>
                  <a:pt x="333299" y="434349"/>
                </a:lnTo>
                <a:lnTo>
                  <a:pt x="0" y="434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0" name="Google Shape;570;p13"/>
          <p:cNvSpPr/>
          <p:nvPr/>
        </p:nvSpPr>
        <p:spPr>
          <a:xfrm>
            <a:off x="2872216" y="9203074"/>
            <a:ext cx="102108" cy="102108"/>
          </a:xfrm>
          <a:custGeom>
            <a:rect b="b" l="l" r="r" t="t"/>
            <a:pathLst>
              <a:path extrusionOk="0" h="136144" w="136144">
                <a:moveTo>
                  <a:pt x="0" y="0"/>
                </a:moveTo>
                <a:lnTo>
                  <a:pt x="136144" y="0"/>
                </a:lnTo>
                <a:lnTo>
                  <a:pt x="136144" y="136144"/>
                </a:lnTo>
                <a:lnTo>
                  <a:pt x="0" y="136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6" l="0" r="-46" t="0"/>
            </a:stretch>
          </a:blipFill>
          <a:ln>
            <a:noFill/>
          </a:ln>
        </p:spPr>
      </p:sp>
      <p:sp>
        <p:nvSpPr>
          <p:cNvPr id="571" name="Google Shape;571;p13"/>
          <p:cNvSpPr/>
          <p:nvPr/>
        </p:nvSpPr>
        <p:spPr>
          <a:xfrm>
            <a:off x="16228971" y="596808"/>
            <a:ext cx="2040731" cy="964216"/>
          </a:xfrm>
          <a:custGeom>
            <a:rect b="b" l="l" r="r" t="t"/>
            <a:pathLst>
              <a:path extrusionOk="0" h="1285621" w="2720975">
                <a:moveTo>
                  <a:pt x="2720975" y="0"/>
                </a:moveTo>
                <a:lnTo>
                  <a:pt x="0" y="0"/>
                </a:lnTo>
                <a:lnTo>
                  <a:pt x="0" y="1285621"/>
                </a:lnTo>
                <a:lnTo>
                  <a:pt x="2720975" y="1285621"/>
                </a:lnTo>
                <a:lnTo>
                  <a:pt x="2720975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</p:sp>
      <p:sp>
        <p:nvSpPr>
          <p:cNvPr id="572" name="Google Shape;572;p13"/>
          <p:cNvSpPr txBox="1"/>
          <p:nvPr/>
        </p:nvSpPr>
        <p:spPr>
          <a:xfrm>
            <a:off x="5629256" y="808177"/>
            <a:ext cx="6156036" cy="1089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7274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Preguntas </a:t>
            </a:r>
            <a:endParaRPr/>
          </a:p>
        </p:txBody>
      </p:sp>
      <p:sp>
        <p:nvSpPr>
          <p:cNvPr descr="http://www.clipartroo.com/images/33/group-talking-clipart-33811.png" id="573" name="Google Shape;573;p13"/>
          <p:cNvSpPr/>
          <p:nvPr/>
        </p:nvSpPr>
        <p:spPr>
          <a:xfrm>
            <a:off x="4737002" y="2200751"/>
            <a:ext cx="9459468" cy="6331744"/>
          </a:xfrm>
          <a:custGeom>
            <a:rect b="b" l="l" r="r" t="t"/>
            <a:pathLst>
              <a:path extrusionOk="0" h="8442325" w="12612624">
                <a:moveTo>
                  <a:pt x="0" y="0"/>
                </a:moveTo>
                <a:lnTo>
                  <a:pt x="12612624" y="0"/>
                </a:lnTo>
                <a:lnTo>
                  <a:pt x="12612624" y="8442325"/>
                </a:lnTo>
                <a:lnTo>
                  <a:pt x="0" y="8442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